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219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CLOUD DEPLOYMENT PLATFORMS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Modern Web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94A3B8"/>
                </a:solidFill>
              </a:rPr>
              <a:t>Vercel · Render · MongoDB Atlas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A fast, scalable, and modern full-stack deployment solution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41605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01000" y="4160520"/>
            <a:ext cx="109728" cy="109728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0" y="4160520"/>
            <a:ext cx="109728" cy="109728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58200" y="416052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0" y="4160520"/>
            <a:ext cx="109728" cy="109728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Vercel?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73152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188720"/>
            <a:ext cx="109728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Overview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Vercel is a cloud platform used to host frontend web applications. It is especially popular for React, Next.js, and modern JavaScript applications.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Popular For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5468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1272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React Applications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6616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Next.js Frameworks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7764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950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Modern JavaScript Apps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434840" y="1188720"/>
            <a:ext cx="43434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434840" y="1188720"/>
            <a:ext cx="109728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66344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663440" y="1783080"/>
            <a:ext cx="397764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92024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0368" y="1847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 Deploy from GitHub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230368" y="21305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Deploys automatically on every push — no manual setup needed.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663440" y="2788920"/>
            <a:ext cx="397764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292608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30368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Global CDN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230368" y="3136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Content Delivery Network ensures fast loading worldwide.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663440" y="3794760"/>
            <a:ext cx="397764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3931920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230368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Built-in HTTPS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5230368" y="4142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Automatic SSL encryption and security out of the box.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We Use Vercel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Vercel vs. other frontend hosting platforms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8191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554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Easier than AWS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No complex configuration or infrastructure management for frontend hosting.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92040" y="141732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92040" y="141732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8191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554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Better React/Next.js support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12064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Purpose-built and optimized for React and Next.js — unlike Netlify.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2783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5568" y="3200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Faster Global Loading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CDN ensures content is served from the nearest location worldwide.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92040" y="306324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92040" y="306324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22783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50408" y="3200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Beginner Friendly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12064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Simple UI, one-click deploys, and zero server knowledge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Render?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73152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188720"/>
            <a:ext cx="109728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Overview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Render is a cloud platform for hosting backend servers, APIs, and web services. It is much simpler than AWS while still being powerful enough for real applications.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Use Cases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5468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1272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Backend Servers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6616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REST APIs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7764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950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Web Services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434840" y="1188720"/>
            <a:ext cx="43434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434840" y="1188720"/>
            <a:ext cx="109728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66344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663440" y="1783080"/>
            <a:ext cx="397764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92024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0368" y="1847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 Deploy from GitHub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230368" y="21305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Backend code deploys automatically — no manual server management.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663440" y="2788920"/>
            <a:ext cx="397764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92608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30368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Fully Managed Environment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230368" y="3136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Handles scaling, server setup, and infrastructure automatically.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663440" y="3794760"/>
            <a:ext cx="397764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931920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230368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Secure &amp; Scalable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5230368" y="4142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HTTPS, background tasks, and built-in scalability included.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We Use Render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Render vs. other backend hosting platforms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8191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554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Simpler than AWS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Eliminates the steep learning curve of AWS backend configuration.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92040" y="141732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92040" y="141732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8191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554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Easier than Heroku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12064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More modern interface with better free tier and developer experience.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2783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5568" y="3200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 Deployment &amp; Scaling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Handles scaling and deployment automatically — no manual work.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92040" y="306324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92040" y="306324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22783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50408" y="3200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Great for Projects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12064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Perfectly suited for student projects and medium-scale applications.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MongoDB Atlas?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73152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188720"/>
            <a:ext cx="109728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Overview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MongoDB Atlas is a cloud database service used to store application data like users, reviews, ratings, and restaurant details. It stores data in flexible JSON-like documents instead of fixed tables.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Ideal For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4612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218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Dynamic Web Apps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5760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630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User-generated Content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690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Restaurant Review Data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434840" y="1188720"/>
            <a:ext cx="43434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434840" y="1188720"/>
            <a:ext cx="109728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66344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663440" y="1783080"/>
            <a:ext cx="397764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2024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0368" y="1847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Flexible JSON Documents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230368" y="21305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Stores data in flexible document format — ideal for dynamic apps.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663440" y="2788920"/>
            <a:ext cx="397764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92608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30368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Security &amp; Auto Backups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230368" y="3136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Built-in security monitoring and automatic data backups.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663440" y="3794760"/>
            <a:ext cx="397764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931920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230368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Node.js Integration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5230368" y="4142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Easy and seamless integration with Node.js backends.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We Use MongoDB Atlas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MongoDB Atlas vs. other database solutions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8191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554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More Flexible than SQL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Unlike MySQL or PostgreSQL, no rigid table structure — schema adapts as needed.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92040" y="141732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92040" y="141732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8191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554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 for Review Platforms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12064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Perfect for dynamic restaurant review data with varied structures.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2783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5568" y="3200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Easy Node.js Integration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Native support and simple integration with Node.js backend services.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92040" y="3063240"/>
            <a:ext cx="41148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92040" y="306324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22783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50408" y="3200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Handles User Content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12064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Efficiently manages user-generated content at scale without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2344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Vercel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</a:rPr>
              <a:t>Frontend Hosting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Deploys React/Next.js apps globally with automatic GitHub integration and CDN.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65176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0515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34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Render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291840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</a:rPr>
              <a:t>Backend Hosting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2900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Hosts backend APIs and servers with auto-scaling and managed infrastructure.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1051560"/>
            <a:ext cx="265176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72200" y="10515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23444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MongoDB Atlas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172200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</a:rPr>
              <a:t>Database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0936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Stores all application data in flexible JSON documents with built-in security.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"Together they provide a fast, scalable, and modern full-stack solution for building a restaurant review website."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Microsoft Office PowerPoint</Application>
  <PresentationFormat>On-screen Show (16:9)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 Platforms</dc:title>
  <dc:subject>PptxGenJS Presentation</dc:subject>
  <dc:creator>PptxGenJS</dc:creator>
  <cp:lastModifiedBy>Nischal Bhandari (816747)</cp:lastModifiedBy>
  <cp:revision>1</cp:revision>
  <dcterms:created xsi:type="dcterms:W3CDTF">2026-05-30T00:03:16Z</dcterms:created>
  <dcterms:modified xsi:type="dcterms:W3CDTF">2026-08-12T02:16:19Z</dcterms:modified>
</cp:coreProperties>
</file>