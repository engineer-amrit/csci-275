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0A3656-5257-472F-864F-16D49E4298E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B4C6734-7A07-4580-9732-5CB0F9491B17}">
      <dgm:prSet/>
      <dgm:spPr/>
      <dgm:t>
        <a:bodyPr/>
        <a:lstStyle/>
        <a:p>
          <a:r>
            <a:rPr lang="en-US"/>
            <a:t>Guest User</a:t>
          </a:r>
        </a:p>
      </dgm:t>
    </dgm:pt>
    <dgm:pt modelId="{3A436E3E-B6C8-452F-97DD-64155FE48BC9}" type="parTrans" cxnId="{1C1A1748-88AB-4B16-8A8D-2E6E054DE4A6}">
      <dgm:prSet/>
      <dgm:spPr/>
      <dgm:t>
        <a:bodyPr/>
        <a:lstStyle/>
        <a:p>
          <a:endParaRPr lang="en-US"/>
        </a:p>
      </dgm:t>
    </dgm:pt>
    <dgm:pt modelId="{F612C550-2393-48FB-B2AC-E85E88EA40F1}" type="sibTrans" cxnId="{1C1A1748-88AB-4B16-8A8D-2E6E054DE4A6}">
      <dgm:prSet/>
      <dgm:spPr/>
      <dgm:t>
        <a:bodyPr/>
        <a:lstStyle/>
        <a:p>
          <a:endParaRPr lang="en-US"/>
        </a:p>
      </dgm:t>
    </dgm:pt>
    <dgm:pt modelId="{EC955432-0361-4D70-97C6-8A3F76F30B14}">
      <dgm:prSet/>
      <dgm:spPr/>
      <dgm:t>
        <a:bodyPr/>
        <a:lstStyle/>
        <a:p>
          <a:r>
            <a:rPr lang="en-US"/>
            <a:t>Registered User</a:t>
          </a:r>
        </a:p>
      </dgm:t>
    </dgm:pt>
    <dgm:pt modelId="{B56623A0-067B-4112-B804-03C76C2C9EF5}" type="parTrans" cxnId="{EF8A1DFA-46BA-4DC8-8829-F45D39B6C63B}">
      <dgm:prSet/>
      <dgm:spPr/>
      <dgm:t>
        <a:bodyPr/>
        <a:lstStyle/>
        <a:p>
          <a:endParaRPr lang="en-US"/>
        </a:p>
      </dgm:t>
    </dgm:pt>
    <dgm:pt modelId="{7D560642-55EA-4BF3-9C6A-8932FA86FB27}" type="sibTrans" cxnId="{EF8A1DFA-46BA-4DC8-8829-F45D39B6C63B}">
      <dgm:prSet/>
      <dgm:spPr/>
      <dgm:t>
        <a:bodyPr/>
        <a:lstStyle/>
        <a:p>
          <a:endParaRPr lang="en-US"/>
        </a:p>
      </dgm:t>
    </dgm:pt>
    <dgm:pt modelId="{D9FA0ABA-1AE0-44F2-8F64-C9B8E2BC3893}">
      <dgm:prSet/>
      <dgm:spPr/>
      <dgm:t>
        <a:bodyPr/>
        <a:lstStyle/>
        <a:p>
          <a:r>
            <a:rPr lang="en-US"/>
            <a:t>Restaurant Owner</a:t>
          </a:r>
        </a:p>
      </dgm:t>
    </dgm:pt>
    <dgm:pt modelId="{00F426C4-13E7-4E1D-AD80-C3E3C902BA2F}" type="parTrans" cxnId="{F18DF33A-145B-4DBE-97B7-C67931AA2A19}">
      <dgm:prSet/>
      <dgm:spPr/>
      <dgm:t>
        <a:bodyPr/>
        <a:lstStyle/>
        <a:p>
          <a:endParaRPr lang="en-US"/>
        </a:p>
      </dgm:t>
    </dgm:pt>
    <dgm:pt modelId="{FF67F713-665D-4D74-A32A-D3DAFCA0AA8D}" type="sibTrans" cxnId="{F18DF33A-145B-4DBE-97B7-C67931AA2A19}">
      <dgm:prSet/>
      <dgm:spPr/>
      <dgm:t>
        <a:bodyPr/>
        <a:lstStyle/>
        <a:p>
          <a:endParaRPr lang="en-US"/>
        </a:p>
      </dgm:t>
    </dgm:pt>
    <dgm:pt modelId="{49D1B08E-C6AF-4995-8C0D-D3761F186B4E}" type="pres">
      <dgm:prSet presAssocID="{A30A3656-5257-472F-864F-16D49E4298E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1533D2E-E1C0-4E8A-945A-33A1DEEB6EAC}" type="pres">
      <dgm:prSet presAssocID="{9B4C6734-7A07-4580-9732-5CB0F9491B17}" presName="hierRoot1" presStyleCnt="0"/>
      <dgm:spPr/>
    </dgm:pt>
    <dgm:pt modelId="{A3107FC9-E559-4063-9D47-84D4776FB3AC}" type="pres">
      <dgm:prSet presAssocID="{9B4C6734-7A07-4580-9732-5CB0F9491B17}" presName="composite" presStyleCnt="0"/>
      <dgm:spPr/>
    </dgm:pt>
    <dgm:pt modelId="{E3847A65-AFB8-4571-8683-B6C2DB59DE48}" type="pres">
      <dgm:prSet presAssocID="{9B4C6734-7A07-4580-9732-5CB0F9491B17}" presName="background" presStyleLbl="node0" presStyleIdx="0" presStyleCnt="3"/>
      <dgm:spPr/>
    </dgm:pt>
    <dgm:pt modelId="{6EC7E748-60FD-4C1F-831C-E62C68A36B3A}" type="pres">
      <dgm:prSet presAssocID="{9B4C6734-7A07-4580-9732-5CB0F9491B17}" presName="text" presStyleLbl="fgAcc0" presStyleIdx="0" presStyleCnt="3">
        <dgm:presLayoutVars>
          <dgm:chPref val="3"/>
        </dgm:presLayoutVars>
      </dgm:prSet>
      <dgm:spPr/>
    </dgm:pt>
    <dgm:pt modelId="{AA61FDA2-F207-4E5F-B6FD-231C9EDFF1EA}" type="pres">
      <dgm:prSet presAssocID="{9B4C6734-7A07-4580-9732-5CB0F9491B17}" presName="hierChild2" presStyleCnt="0"/>
      <dgm:spPr/>
    </dgm:pt>
    <dgm:pt modelId="{FCB294A2-B753-47F6-9D5B-9FA7EEEE0AF8}" type="pres">
      <dgm:prSet presAssocID="{EC955432-0361-4D70-97C6-8A3F76F30B14}" presName="hierRoot1" presStyleCnt="0"/>
      <dgm:spPr/>
    </dgm:pt>
    <dgm:pt modelId="{80580A2B-6F2B-49B9-9966-318AA15CCDDD}" type="pres">
      <dgm:prSet presAssocID="{EC955432-0361-4D70-97C6-8A3F76F30B14}" presName="composite" presStyleCnt="0"/>
      <dgm:spPr/>
    </dgm:pt>
    <dgm:pt modelId="{658499A2-C9C0-485D-9D94-BE5685E47E3D}" type="pres">
      <dgm:prSet presAssocID="{EC955432-0361-4D70-97C6-8A3F76F30B14}" presName="background" presStyleLbl="node0" presStyleIdx="1" presStyleCnt="3"/>
      <dgm:spPr/>
    </dgm:pt>
    <dgm:pt modelId="{B29FF9FA-DAF8-4F82-8D06-B7674700F1F5}" type="pres">
      <dgm:prSet presAssocID="{EC955432-0361-4D70-97C6-8A3F76F30B14}" presName="text" presStyleLbl="fgAcc0" presStyleIdx="1" presStyleCnt="3">
        <dgm:presLayoutVars>
          <dgm:chPref val="3"/>
        </dgm:presLayoutVars>
      </dgm:prSet>
      <dgm:spPr/>
    </dgm:pt>
    <dgm:pt modelId="{EE415C18-33BD-46F2-908E-204D3E7DFA3A}" type="pres">
      <dgm:prSet presAssocID="{EC955432-0361-4D70-97C6-8A3F76F30B14}" presName="hierChild2" presStyleCnt="0"/>
      <dgm:spPr/>
    </dgm:pt>
    <dgm:pt modelId="{31746A9D-0CEE-44A3-917A-F947387369E1}" type="pres">
      <dgm:prSet presAssocID="{D9FA0ABA-1AE0-44F2-8F64-C9B8E2BC3893}" presName="hierRoot1" presStyleCnt="0"/>
      <dgm:spPr/>
    </dgm:pt>
    <dgm:pt modelId="{E84B88A3-0497-47C8-A360-41A40FBBC0E0}" type="pres">
      <dgm:prSet presAssocID="{D9FA0ABA-1AE0-44F2-8F64-C9B8E2BC3893}" presName="composite" presStyleCnt="0"/>
      <dgm:spPr/>
    </dgm:pt>
    <dgm:pt modelId="{A5392C57-33B9-410A-9FE9-9BB679563B9A}" type="pres">
      <dgm:prSet presAssocID="{D9FA0ABA-1AE0-44F2-8F64-C9B8E2BC3893}" presName="background" presStyleLbl="node0" presStyleIdx="2" presStyleCnt="3"/>
      <dgm:spPr/>
    </dgm:pt>
    <dgm:pt modelId="{060A6F3E-0642-42A5-A183-67A4156CCCE2}" type="pres">
      <dgm:prSet presAssocID="{D9FA0ABA-1AE0-44F2-8F64-C9B8E2BC3893}" presName="text" presStyleLbl="fgAcc0" presStyleIdx="2" presStyleCnt="3">
        <dgm:presLayoutVars>
          <dgm:chPref val="3"/>
        </dgm:presLayoutVars>
      </dgm:prSet>
      <dgm:spPr/>
    </dgm:pt>
    <dgm:pt modelId="{173E83E9-FB5A-4B03-A7B2-B6A1589EDFB3}" type="pres">
      <dgm:prSet presAssocID="{D9FA0ABA-1AE0-44F2-8F64-C9B8E2BC3893}" presName="hierChild2" presStyleCnt="0"/>
      <dgm:spPr/>
    </dgm:pt>
  </dgm:ptLst>
  <dgm:cxnLst>
    <dgm:cxn modelId="{33060F30-F9E4-4EFD-8FE9-E99AB3C470F3}" type="presOf" srcId="{9B4C6734-7A07-4580-9732-5CB0F9491B17}" destId="{6EC7E748-60FD-4C1F-831C-E62C68A36B3A}" srcOrd="0" destOrd="0" presId="urn:microsoft.com/office/officeart/2005/8/layout/hierarchy1"/>
    <dgm:cxn modelId="{F18DF33A-145B-4DBE-97B7-C67931AA2A19}" srcId="{A30A3656-5257-472F-864F-16D49E4298EC}" destId="{D9FA0ABA-1AE0-44F2-8F64-C9B8E2BC3893}" srcOrd="2" destOrd="0" parTransId="{00F426C4-13E7-4E1D-AD80-C3E3C902BA2F}" sibTransId="{FF67F713-665D-4D74-A32A-D3DAFCA0AA8D}"/>
    <dgm:cxn modelId="{4AE6F364-B5E7-4CE7-8A64-54E9E9D4EB95}" type="presOf" srcId="{EC955432-0361-4D70-97C6-8A3F76F30B14}" destId="{B29FF9FA-DAF8-4F82-8D06-B7674700F1F5}" srcOrd="0" destOrd="0" presId="urn:microsoft.com/office/officeart/2005/8/layout/hierarchy1"/>
    <dgm:cxn modelId="{1C1A1748-88AB-4B16-8A8D-2E6E054DE4A6}" srcId="{A30A3656-5257-472F-864F-16D49E4298EC}" destId="{9B4C6734-7A07-4580-9732-5CB0F9491B17}" srcOrd="0" destOrd="0" parTransId="{3A436E3E-B6C8-452F-97DD-64155FE48BC9}" sibTransId="{F612C550-2393-48FB-B2AC-E85E88EA40F1}"/>
    <dgm:cxn modelId="{EE02A4C2-F5E6-4121-B654-FCC1A6D013BE}" type="presOf" srcId="{D9FA0ABA-1AE0-44F2-8F64-C9B8E2BC3893}" destId="{060A6F3E-0642-42A5-A183-67A4156CCCE2}" srcOrd="0" destOrd="0" presId="urn:microsoft.com/office/officeart/2005/8/layout/hierarchy1"/>
    <dgm:cxn modelId="{DE5DC1D0-ABCF-4BF5-AA14-80BA6A66E1CB}" type="presOf" srcId="{A30A3656-5257-472F-864F-16D49E4298EC}" destId="{49D1B08E-C6AF-4995-8C0D-D3761F186B4E}" srcOrd="0" destOrd="0" presId="urn:microsoft.com/office/officeart/2005/8/layout/hierarchy1"/>
    <dgm:cxn modelId="{EF8A1DFA-46BA-4DC8-8829-F45D39B6C63B}" srcId="{A30A3656-5257-472F-864F-16D49E4298EC}" destId="{EC955432-0361-4D70-97C6-8A3F76F30B14}" srcOrd="1" destOrd="0" parTransId="{B56623A0-067B-4112-B804-03C76C2C9EF5}" sibTransId="{7D560642-55EA-4BF3-9C6A-8932FA86FB27}"/>
    <dgm:cxn modelId="{D45D8EE8-33B5-4C5E-98EE-28D5CE7313E1}" type="presParOf" srcId="{49D1B08E-C6AF-4995-8C0D-D3761F186B4E}" destId="{01533D2E-E1C0-4E8A-945A-33A1DEEB6EAC}" srcOrd="0" destOrd="0" presId="urn:microsoft.com/office/officeart/2005/8/layout/hierarchy1"/>
    <dgm:cxn modelId="{B0893533-5542-48BD-96CC-822BD117BD9D}" type="presParOf" srcId="{01533D2E-E1C0-4E8A-945A-33A1DEEB6EAC}" destId="{A3107FC9-E559-4063-9D47-84D4776FB3AC}" srcOrd="0" destOrd="0" presId="urn:microsoft.com/office/officeart/2005/8/layout/hierarchy1"/>
    <dgm:cxn modelId="{E056D9B9-1D15-48CE-BA8B-8DFDE7761E20}" type="presParOf" srcId="{A3107FC9-E559-4063-9D47-84D4776FB3AC}" destId="{E3847A65-AFB8-4571-8683-B6C2DB59DE48}" srcOrd="0" destOrd="0" presId="urn:microsoft.com/office/officeart/2005/8/layout/hierarchy1"/>
    <dgm:cxn modelId="{A6DBDF89-00CC-4FA4-B59E-23736ACDBC0F}" type="presParOf" srcId="{A3107FC9-E559-4063-9D47-84D4776FB3AC}" destId="{6EC7E748-60FD-4C1F-831C-E62C68A36B3A}" srcOrd="1" destOrd="0" presId="urn:microsoft.com/office/officeart/2005/8/layout/hierarchy1"/>
    <dgm:cxn modelId="{AA15C1C1-45D6-4E84-A02C-FFDB0C21B86E}" type="presParOf" srcId="{01533D2E-E1C0-4E8A-945A-33A1DEEB6EAC}" destId="{AA61FDA2-F207-4E5F-B6FD-231C9EDFF1EA}" srcOrd="1" destOrd="0" presId="urn:microsoft.com/office/officeart/2005/8/layout/hierarchy1"/>
    <dgm:cxn modelId="{D3AAE905-787B-4B81-B943-4D0AF36FD249}" type="presParOf" srcId="{49D1B08E-C6AF-4995-8C0D-D3761F186B4E}" destId="{FCB294A2-B753-47F6-9D5B-9FA7EEEE0AF8}" srcOrd="1" destOrd="0" presId="urn:microsoft.com/office/officeart/2005/8/layout/hierarchy1"/>
    <dgm:cxn modelId="{D2BE25F3-ADEB-4AB3-93E6-C0C82E6CCDFD}" type="presParOf" srcId="{FCB294A2-B753-47F6-9D5B-9FA7EEEE0AF8}" destId="{80580A2B-6F2B-49B9-9966-318AA15CCDDD}" srcOrd="0" destOrd="0" presId="urn:microsoft.com/office/officeart/2005/8/layout/hierarchy1"/>
    <dgm:cxn modelId="{EF609752-394D-4AA2-BB36-973803B8D452}" type="presParOf" srcId="{80580A2B-6F2B-49B9-9966-318AA15CCDDD}" destId="{658499A2-C9C0-485D-9D94-BE5685E47E3D}" srcOrd="0" destOrd="0" presId="urn:microsoft.com/office/officeart/2005/8/layout/hierarchy1"/>
    <dgm:cxn modelId="{E6BD887A-87A2-4489-BA50-EE66C68FE743}" type="presParOf" srcId="{80580A2B-6F2B-49B9-9966-318AA15CCDDD}" destId="{B29FF9FA-DAF8-4F82-8D06-B7674700F1F5}" srcOrd="1" destOrd="0" presId="urn:microsoft.com/office/officeart/2005/8/layout/hierarchy1"/>
    <dgm:cxn modelId="{FFF1B0F6-6A90-4F26-95FD-5DA99A349914}" type="presParOf" srcId="{FCB294A2-B753-47F6-9D5B-9FA7EEEE0AF8}" destId="{EE415C18-33BD-46F2-908E-204D3E7DFA3A}" srcOrd="1" destOrd="0" presId="urn:microsoft.com/office/officeart/2005/8/layout/hierarchy1"/>
    <dgm:cxn modelId="{502643EB-9944-4210-A228-4DA3B2F1DB52}" type="presParOf" srcId="{49D1B08E-C6AF-4995-8C0D-D3761F186B4E}" destId="{31746A9D-0CEE-44A3-917A-F947387369E1}" srcOrd="2" destOrd="0" presId="urn:microsoft.com/office/officeart/2005/8/layout/hierarchy1"/>
    <dgm:cxn modelId="{4506D732-975D-4F80-A796-E06E82C8D36F}" type="presParOf" srcId="{31746A9D-0CEE-44A3-917A-F947387369E1}" destId="{E84B88A3-0497-47C8-A360-41A40FBBC0E0}" srcOrd="0" destOrd="0" presId="urn:microsoft.com/office/officeart/2005/8/layout/hierarchy1"/>
    <dgm:cxn modelId="{897221A7-ABFD-407F-A68B-1456B72E6A99}" type="presParOf" srcId="{E84B88A3-0497-47C8-A360-41A40FBBC0E0}" destId="{A5392C57-33B9-410A-9FE9-9BB679563B9A}" srcOrd="0" destOrd="0" presId="urn:microsoft.com/office/officeart/2005/8/layout/hierarchy1"/>
    <dgm:cxn modelId="{D6C09738-0478-43C2-B36C-62EAB3207CEF}" type="presParOf" srcId="{E84B88A3-0497-47C8-A360-41A40FBBC0E0}" destId="{060A6F3E-0642-42A5-A183-67A4156CCCE2}" srcOrd="1" destOrd="0" presId="urn:microsoft.com/office/officeart/2005/8/layout/hierarchy1"/>
    <dgm:cxn modelId="{2F4E0C2D-35AE-4A16-A7E7-B9F265EB8828}" type="presParOf" srcId="{31746A9D-0CEE-44A3-917A-F947387369E1}" destId="{173E83E9-FB5A-4B03-A7B2-B6A1589EDFB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3A80F8-AE00-4A6B-8366-D83457C222B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7669412-1A97-4ABA-A445-E368FA0551C9}">
      <dgm:prSet/>
      <dgm:spPr/>
      <dgm:t>
        <a:bodyPr/>
        <a:lstStyle/>
        <a:p>
          <a:r>
            <a:rPr lang="en-US"/>
            <a:t>Authentication Service</a:t>
          </a:r>
        </a:p>
      </dgm:t>
    </dgm:pt>
    <dgm:pt modelId="{E8A2EA06-7181-4B90-AAA0-130C8C6BFD87}" type="parTrans" cxnId="{29238E31-192C-45F9-8F38-2403F8897898}">
      <dgm:prSet/>
      <dgm:spPr/>
      <dgm:t>
        <a:bodyPr/>
        <a:lstStyle/>
        <a:p>
          <a:endParaRPr lang="en-US"/>
        </a:p>
      </dgm:t>
    </dgm:pt>
    <dgm:pt modelId="{C2867C10-F8E0-468C-827C-81FA00D24365}" type="sibTrans" cxnId="{29238E31-192C-45F9-8F38-2403F8897898}">
      <dgm:prSet/>
      <dgm:spPr/>
      <dgm:t>
        <a:bodyPr/>
        <a:lstStyle/>
        <a:p>
          <a:endParaRPr lang="en-US"/>
        </a:p>
      </dgm:t>
    </dgm:pt>
    <dgm:pt modelId="{28AC8D3B-3833-408C-A693-1DAE26E7065C}">
      <dgm:prSet/>
      <dgm:spPr/>
      <dgm:t>
        <a:bodyPr/>
        <a:lstStyle/>
        <a:p>
          <a:r>
            <a:rPr lang="en-US"/>
            <a:t>Search Engine</a:t>
          </a:r>
        </a:p>
      </dgm:t>
    </dgm:pt>
    <dgm:pt modelId="{45B57F02-99E0-4332-A690-D2A92D0CC2E5}" type="parTrans" cxnId="{F94996BD-5971-4353-AF5D-1D9722AB931D}">
      <dgm:prSet/>
      <dgm:spPr/>
      <dgm:t>
        <a:bodyPr/>
        <a:lstStyle/>
        <a:p>
          <a:endParaRPr lang="en-US"/>
        </a:p>
      </dgm:t>
    </dgm:pt>
    <dgm:pt modelId="{745589AB-A737-470A-8C95-0D293E44D241}" type="sibTrans" cxnId="{F94996BD-5971-4353-AF5D-1D9722AB931D}">
      <dgm:prSet/>
      <dgm:spPr/>
      <dgm:t>
        <a:bodyPr/>
        <a:lstStyle/>
        <a:p>
          <a:endParaRPr lang="en-US"/>
        </a:p>
      </dgm:t>
    </dgm:pt>
    <dgm:pt modelId="{2A54520F-1E33-44A4-96DC-70FE02F4F825}">
      <dgm:prSet/>
      <dgm:spPr/>
      <dgm:t>
        <a:bodyPr/>
        <a:lstStyle/>
        <a:p>
          <a:r>
            <a:rPr lang="en-US"/>
            <a:t>Image Storage Device</a:t>
          </a:r>
        </a:p>
      </dgm:t>
    </dgm:pt>
    <dgm:pt modelId="{5D6B3AD2-570A-4B15-B595-75163FDFF62C}" type="parTrans" cxnId="{21363905-B725-4122-973C-5CB5D85ABC15}">
      <dgm:prSet/>
      <dgm:spPr/>
      <dgm:t>
        <a:bodyPr/>
        <a:lstStyle/>
        <a:p>
          <a:endParaRPr lang="en-US"/>
        </a:p>
      </dgm:t>
    </dgm:pt>
    <dgm:pt modelId="{D74AC299-6151-4576-BB9F-6AD690EA3D7F}" type="sibTrans" cxnId="{21363905-B725-4122-973C-5CB5D85ABC15}">
      <dgm:prSet/>
      <dgm:spPr/>
      <dgm:t>
        <a:bodyPr/>
        <a:lstStyle/>
        <a:p>
          <a:endParaRPr lang="en-US"/>
        </a:p>
      </dgm:t>
    </dgm:pt>
    <dgm:pt modelId="{7CF3756B-9545-4E49-A35A-A78D4A1BD70D}">
      <dgm:prSet/>
      <dgm:spPr/>
      <dgm:t>
        <a:bodyPr/>
        <a:lstStyle/>
        <a:p>
          <a:r>
            <a:rPr lang="en-US"/>
            <a:t>Database</a:t>
          </a:r>
        </a:p>
      </dgm:t>
    </dgm:pt>
    <dgm:pt modelId="{94C55BCD-5BAF-4760-90F2-5B90FD816057}" type="parTrans" cxnId="{AD81D3DE-24E3-475D-9146-1C5AF82E481D}">
      <dgm:prSet/>
      <dgm:spPr/>
      <dgm:t>
        <a:bodyPr/>
        <a:lstStyle/>
        <a:p>
          <a:endParaRPr lang="en-US"/>
        </a:p>
      </dgm:t>
    </dgm:pt>
    <dgm:pt modelId="{6C1D556A-DBB2-481E-8A8D-8A2587206393}" type="sibTrans" cxnId="{AD81D3DE-24E3-475D-9146-1C5AF82E481D}">
      <dgm:prSet/>
      <dgm:spPr/>
      <dgm:t>
        <a:bodyPr/>
        <a:lstStyle/>
        <a:p>
          <a:endParaRPr lang="en-US"/>
        </a:p>
      </dgm:t>
    </dgm:pt>
    <dgm:pt modelId="{DC835FC4-2FC4-4DAB-B3F0-8F4453203519}" type="pres">
      <dgm:prSet presAssocID="{193A80F8-AE00-4A6B-8366-D83457C222BC}" presName="root" presStyleCnt="0">
        <dgm:presLayoutVars>
          <dgm:dir/>
          <dgm:resizeHandles val="exact"/>
        </dgm:presLayoutVars>
      </dgm:prSet>
      <dgm:spPr/>
    </dgm:pt>
    <dgm:pt modelId="{4C50FB03-0CCB-4911-9D78-E4FC7B1BC56C}" type="pres">
      <dgm:prSet presAssocID="{87669412-1A97-4ABA-A445-E368FA0551C9}" presName="compNode" presStyleCnt="0"/>
      <dgm:spPr/>
    </dgm:pt>
    <dgm:pt modelId="{82DD521B-34FB-4EC5-A6BC-2C9F1ACAE2A4}" type="pres">
      <dgm:prSet presAssocID="{87669412-1A97-4ABA-A445-E368FA0551C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037E7D1-C830-4E83-A432-E8EFB2CCAA46}" type="pres">
      <dgm:prSet presAssocID="{87669412-1A97-4ABA-A445-E368FA0551C9}" presName="spaceRect" presStyleCnt="0"/>
      <dgm:spPr/>
    </dgm:pt>
    <dgm:pt modelId="{6C2C8073-4797-4F64-9224-BECEED1BB615}" type="pres">
      <dgm:prSet presAssocID="{87669412-1A97-4ABA-A445-E368FA0551C9}" presName="textRect" presStyleLbl="revTx" presStyleIdx="0" presStyleCnt="4">
        <dgm:presLayoutVars>
          <dgm:chMax val="1"/>
          <dgm:chPref val="1"/>
        </dgm:presLayoutVars>
      </dgm:prSet>
      <dgm:spPr/>
    </dgm:pt>
    <dgm:pt modelId="{BDE73B1A-2B5A-4FD9-B154-BBE5F59D2720}" type="pres">
      <dgm:prSet presAssocID="{C2867C10-F8E0-468C-827C-81FA00D24365}" presName="sibTrans" presStyleCnt="0"/>
      <dgm:spPr/>
    </dgm:pt>
    <dgm:pt modelId="{8E461AF5-97BA-47A6-A08C-5CB86400DA0E}" type="pres">
      <dgm:prSet presAssocID="{28AC8D3B-3833-408C-A693-1DAE26E7065C}" presName="compNode" presStyleCnt="0"/>
      <dgm:spPr/>
    </dgm:pt>
    <dgm:pt modelId="{F60C8854-160A-4F8F-9D7C-52AA21D39131}" type="pres">
      <dgm:prSet presAssocID="{28AC8D3B-3833-408C-A693-1DAE26E7065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D8543B5-DE72-47F8-8375-0D1A3977A5CB}" type="pres">
      <dgm:prSet presAssocID="{28AC8D3B-3833-408C-A693-1DAE26E7065C}" presName="spaceRect" presStyleCnt="0"/>
      <dgm:spPr/>
    </dgm:pt>
    <dgm:pt modelId="{7EC0D9E6-1DEE-4B74-BBA8-BAD4827AC291}" type="pres">
      <dgm:prSet presAssocID="{28AC8D3B-3833-408C-A693-1DAE26E7065C}" presName="textRect" presStyleLbl="revTx" presStyleIdx="1" presStyleCnt="4">
        <dgm:presLayoutVars>
          <dgm:chMax val="1"/>
          <dgm:chPref val="1"/>
        </dgm:presLayoutVars>
      </dgm:prSet>
      <dgm:spPr/>
    </dgm:pt>
    <dgm:pt modelId="{6F19418C-1971-4408-B77A-B579E8D0B7C4}" type="pres">
      <dgm:prSet presAssocID="{745589AB-A737-470A-8C95-0D293E44D241}" presName="sibTrans" presStyleCnt="0"/>
      <dgm:spPr/>
    </dgm:pt>
    <dgm:pt modelId="{5EC2EB3B-B933-4A48-9327-9E41D3E875BC}" type="pres">
      <dgm:prSet presAssocID="{2A54520F-1E33-44A4-96DC-70FE02F4F825}" presName="compNode" presStyleCnt="0"/>
      <dgm:spPr/>
    </dgm:pt>
    <dgm:pt modelId="{4400068A-DC36-4AAB-962E-FC28658487D2}" type="pres">
      <dgm:prSet presAssocID="{2A54520F-1E33-44A4-96DC-70FE02F4F82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62C21EBD-E0C1-44D4-B7D1-384368AF6562}" type="pres">
      <dgm:prSet presAssocID="{2A54520F-1E33-44A4-96DC-70FE02F4F825}" presName="spaceRect" presStyleCnt="0"/>
      <dgm:spPr/>
    </dgm:pt>
    <dgm:pt modelId="{1F9BE4AF-BE3A-4938-A618-1C369C7E689C}" type="pres">
      <dgm:prSet presAssocID="{2A54520F-1E33-44A4-96DC-70FE02F4F825}" presName="textRect" presStyleLbl="revTx" presStyleIdx="2" presStyleCnt="4">
        <dgm:presLayoutVars>
          <dgm:chMax val="1"/>
          <dgm:chPref val="1"/>
        </dgm:presLayoutVars>
      </dgm:prSet>
      <dgm:spPr/>
    </dgm:pt>
    <dgm:pt modelId="{3AFA5DD3-72A2-4178-9521-DF325CA39B5A}" type="pres">
      <dgm:prSet presAssocID="{D74AC299-6151-4576-BB9F-6AD690EA3D7F}" presName="sibTrans" presStyleCnt="0"/>
      <dgm:spPr/>
    </dgm:pt>
    <dgm:pt modelId="{D37AF3E1-BF15-4646-A79B-16B0E88CBDCE}" type="pres">
      <dgm:prSet presAssocID="{7CF3756B-9545-4E49-A35A-A78D4A1BD70D}" presName="compNode" presStyleCnt="0"/>
      <dgm:spPr/>
    </dgm:pt>
    <dgm:pt modelId="{7BEF5DB0-F95F-4CA1-A3B5-E5BDB384C5F0}" type="pres">
      <dgm:prSet presAssocID="{7CF3756B-9545-4E49-A35A-A78D4A1BD70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EF4A1B9-E3D3-478A-A112-8A384B507FAD}" type="pres">
      <dgm:prSet presAssocID="{7CF3756B-9545-4E49-A35A-A78D4A1BD70D}" presName="spaceRect" presStyleCnt="0"/>
      <dgm:spPr/>
    </dgm:pt>
    <dgm:pt modelId="{C2AC7CCB-0043-4563-A9EB-B8D8A33DA8DC}" type="pres">
      <dgm:prSet presAssocID="{7CF3756B-9545-4E49-A35A-A78D4A1BD70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1363905-B725-4122-973C-5CB5D85ABC15}" srcId="{193A80F8-AE00-4A6B-8366-D83457C222BC}" destId="{2A54520F-1E33-44A4-96DC-70FE02F4F825}" srcOrd="2" destOrd="0" parTransId="{5D6B3AD2-570A-4B15-B595-75163FDFF62C}" sibTransId="{D74AC299-6151-4576-BB9F-6AD690EA3D7F}"/>
    <dgm:cxn modelId="{29238E31-192C-45F9-8F38-2403F8897898}" srcId="{193A80F8-AE00-4A6B-8366-D83457C222BC}" destId="{87669412-1A97-4ABA-A445-E368FA0551C9}" srcOrd="0" destOrd="0" parTransId="{E8A2EA06-7181-4B90-AAA0-130C8C6BFD87}" sibTransId="{C2867C10-F8E0-468C-827C-81FA00D24365}"/>
    <dgm:cxn modelId="{170C3646-8B5B-4CD2-8EC1-621D34CFD1A4}" type="presOf" srcId="{7CF3756B-9545-4E49-A35A-A78D4A1BD70D}" destId="{C2AC7CCB-0043-4563-A9EB-B8D8A33DA8DC}" srcOrd="0" destOrd="0" presId="urn:microsoft.com/office/officeart/2018/2/layout/IconLabelList"/>
    <dgm:cxn modelId="{2DDAEE95-3E0D-4E32-BD48-2AE8D355FBB5}" type="presOf" srcId="{87669412-1A97-4ABA-A445-E368FA0551C9}" destId="{6C2C8073-4797-4F64-9224-BECEED1BB615}" srcOrd="0" destOrd="0" presId="urn:microsoft.com/office/officeart/2018/2/layout/IconLabelList"/>
    <dgm:cxn modelId="{561520B9-A3D0-4AA2-B02C-978B6FB51660}" type="presOf" srcId="{28AC8D3B-3833-408C-A693-1DAE26E7065C}" destId="{7EC0D9E6-1DEE-4B74-BBA8-BAD4827AC291}" srcOrd="0" destOrd="0" presId="urn:microsoft.com/office/officeart/2018/2/layout/IconLabelList"/>
    <dgm:cxn modelId="{F94996BD-5971-4353-AF5D-1D9722AB931D}" srcId="{193A80F8-AE00-4A6B-8366-D83457C222BC}" destId="{28AC8D3B-3833-408C-A693-1DAE26E7065C}" srcOrd="1" destOrd="0" parTransId="{45B57F02-99E0-4332-A690-D2A92D0CC2E5}" sibTransId="{745589AB-A737-470A-8C95-0D293E44D241}"/>
    <dgm:cxn modelId="{AD81D3DE-24E3-475D-9146-1C5AF82E481D}" srcId="{193A80F8-AE00-4A6B-8366-D83457C222BC}" destId="{7CF3756B-9545-4E49-A35A-A78D4A1BD70D}" srcOrd="3" destOrd="0" parTransId="{94C55BCD-5BAF-4760-90F2-5B90FD816057}" sibTransId="{6C1D556A-DBB2-481E-8A8D-8A2587206393}"/>
    <dgm:cxn modelId="{40964DE5-7505-4219-AB00-C134141F9669}" type="presOf" srcId="{2A54520F-1E33-44A4-96DC-70FE02F4F825}" destId="{1F9BE4AF-BE3A-4938-A618-1C369C7E689C}" srcOrd="0" destOrd="0" presId="urn:microsoft.com/office/officeart/2018/2/layout/IconLabelList"/>
    <dgm:cxn modelId="{31C28EF9-E47D-41BB-A35A-A27EC8CB5C86}" type="presOf" srcId="{193A80F8-AE00-4A6B-8366-D83457C222BC}" destId="{DC835FC4-2FC4-4DAB-B3F0-8F4453203519}" srcOrd="0" destOrd="0" presId="urn:microsoft.com/office/officeart/2018/2/layout/IconLabelList"/>
    <dgm:cxn modelId="{188920CE-64BE-427C-8F20-CD8F811BD135}" type="presParOf" srcId="{DC835FC4-2FC4-4DAB-B3F0-8F4453203519}" destId="{4C50FB03-0CCB-4911-9D78-E4FC7B1BC56C}" srcOrd="0" destOrd="0" presId="urn:microsoft.com/office/officeart/2018/2/layout/IconLabelList"/>
    <dgm:cxn modelId="{4B0B97CF-FB51-4DDA-81F6-20405145AE33}" type="presParOf" srcId="{4C50FB03-0CCB-4911-9D78-E4FC7B1BC56C}" destId="{82DD521B-34FB-4EC5-A6BC-2C9F1ACAE2A4}" srcOrd="0" destOrd="0" presId="urn:microsoft.com/office/officeart/2018/2/layout/IconLabelList"/>
    <dgm:cxn modelId="{FAEA2DE2-E073-49BC-BF2A-2AED2A77286F}" type="presParOf" srcId="{4C50FB03-0CCB-4911-9D78-E4FC7B1BC56C}" destId="{C037E7D1-C830-4E83-A432-E8EFB2CCAA46}" srcOrd="1" destOrd="0" presId="urn:microsoft.com/office/officeart/2018/2/layout/IconLabelList"/>
    <dgm:cxn modelId="{C0B22ADA-694B-4334-B908-88C6688D2D2E}" type="presParOf" srcId="{4C50FB03-0CCB-4911-9D78-E4FC7B1BC56C}" destId="{6C2C8073-4797-4F64-9224-BECEED1BB615}" srcOrd="2" destOrd="0" presId="urn:microsoft.com/office/officeart/2018/2/layout/IconLabelList"/>
    <dgm:cxn modelId="{121253FA-01FE-44BA-A262-A35B4C673F56}" type="presParOf" srcId="{DC835FC4-2FC4-4DAB-B3F0-8F4453203519}" destId="{BDE73B1A-2B5A-4FD9-B154-BBE5F59D2720}" srcOrd="1" destOrd="0" presId="urn:microsoft.com/office/officeart/2018/2/layout/IconLabelList"/>
    <dgm:cxn modelId="{FCC29E10-9FFC-4B2A-93F7-212CC393DE3E}" type="presParOf" srcId="{DC835FC4-2FC4-4DAB-B3F0-8F4453203519}" destId="{8E461AF5-97BA-47A6-A08C-5CB86400DA0E}" srcOrd="2" destOrd="0" presId="urn:microsoft.com/office/officeart/2018/2/layout/IconLabelList"/>
    <dgm:cxn modelId="{4E001059-063B-44BA-BA06-BD69284A8D63}" type="presParOf" srcId="{8E461AF5-97BA-47A6-A08C-5CB86400DA0E}" destId="{F60C8854-160A-4F8F-9D7C-52AA21D39131}" srcOrd="0" destOrd="0" presId="urn:microsoft.com/office/officeart/2018/2/layout/IconLabelList"/>
    <dgm:cxn modelId="{098099BC-CBF4-47ED-AF4D-A1F7DC1B5FB0}" type="presParOf" srcId="{8E461AF5-97BA-47A6-A08C-5CB86400DA0E}" destId="{1D8543B5-DE72-47F8-8375-0D1A3977A5CB}" srcOrd="1" destOrd="0" presId="urn:microsoft.com/office/officeart/2018/2/layout/IconLabelList"/>
    <dgm:cxn modelId="{3DD5F5C5-51BB-408A-99D8-FC6676E7F15B}" type="presParOf" srcId="{8E461AF5-97BA-47A6-A08C-5CB86400DA0E}" destId="{7EC0D9E6-1DEE-4B74-BBA8-BAD4827AC291}" srcOrd="2" destOrd="0" presId="urn:microsoft.com/office/officeart/2018/2/layout/IconLabelList"/>
    <dgm:cxn modelId="{41F2DC8F-E15A-40BC-B862-E0F4C7110974}" type="presParOf" srcId="{DC835FC4-2FC4-4DAB-B3F0-8F4453203519}" destId="{6F19418C-1971-4408-B77A-B579E8D0B7C4}" srcOrd="3" destOrd="0" presId="urn:microsoft.com/office/officeart/2018/2/layout/IconLabelList"/>
    <dgm:cxn modelId="{302113D9-5330-4D90-AE15-B9C5757D90D8}" type="presParOf" srcId="{DC835FC4-2FC4-4DAB-B3F0-8F4453203519}" destId="{5EC2EB3B-B933-4A48-9327-9E41D3E875BC}" srcOrd="4" destOrd="0" presId="urn:microsoft.com/office/officeart/2018/2/layout/IconLabelList"/>
    <dgm:cxn modelId="{CDCA09E3-87E3-4FDC-868C-95FAC7C73AE3}" type="presParOf" srcId="{5EC2EB3B-B933-4A48-9327-9E41D3E875BC}" destId="{4400068A-DC36-4AAB-962E-FC28658487D2}" srcOrd="0" destOrd="0" presId="urn:microsoft.com/office/officeart/2018/2/layout/IconLabelList"/>
    <dgm:cxn modelId="{B31676D6-B4D0-4677-B241-A6EB2B0D1598}" type="presParOf" srcId="{5EC2EB3B-B933-4A48-9327-9E41D3E875BC}" destId="{62C21EBD-E0C1-44D4-B7D1-384368AF6562}" srcOrd="1" destOrd="0" presId="urn:microsoft.com/office/officeart/2018/2/layout/IconLabelList"/>
    <dgm:cxn modelId="{0F2649AE-8720-4FA8-9DDD-8C025D2C269B}" type="presParOf" srcId="{5EC2EB3B-B933-4A48-9327-9E41D3E875BC}" destId="{1F9BE4AF-BE3A-4938-A618-1C369C7E689C}" srcOrd="2" destOrd="0" presId="urn:microsoft.com/office/officeart/2018/2/layout/IconLabelList"/>
    <dgm:cxn modelId="{87B1A323-20AA-4C5B-B231-2FC8AF4A581E}" type="presParOf" srcId="{DC835FC4-2FC4-4DAB-B3F0-8F4453203519}" destId="{3AFA5DD3-72A2-4178-9521-DF325CA39B5A}" srcOrd="5" destOrd="0" presId="urn:microsoft.com/office/officeart/2018/2/layout/IconLabelList"/>
    <dgm:cxn modelId="{43E0476F-2982-4F51-93E8-0FE323664B28}" type="presParOf" srcId="{DC835FC4-2FC4-4DAB-B3F0-8F4453203519}" destId="{D37AF3E1-BF15-4646-A79B-16B0E88CBDCE}" srcOrd="6" destOrd="0" presId="urn:microsoft.com/office/officeart/2018/2/layout/IconLabelList"/>
    <dgm:cxn modelId="{5EEAA555-7CA8-490C-A139-FD2664D1BD01}" type="presParOf" srcId="{D37AF3E1-BF15-4646-A79B-16B0E88CBDCE}" destId="{7BEF5DB0-F95F-4CA1-A3B5-E5BDB384C5F0}" srcOrd="0" destOrd="0" presId="urn:microsoft.com/office/officeart/2018/2/layout/IconLabelList"/>
    <dgm:cxn modelId="{16A4D35F-6329-418D-A46A-B32C265D1E49}" type="presParOf" srcId="{D37AF3E1-BF15-4646-A79B-16B0E88CBDCE}" destId="{7EF4A1B9-E3D3-478A-A112-8A384B507FAD}" srcOrd="1" destOrd="0" presId="urn:microsoft.com/office/officeart/2018/2/layout/IconLabelList"/>
    <dgm:cxn modelId="{DF9F6A47-812E-4D8A-8C49-7DB2EEC3B706}" type="presParOf" srcId="{D37AF3E1-BF15-4646-A79B-16B0E88CBDCE}" destId="{C2AC7CCB-0043-4563-A9EB-B8D8A33DA8D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1BA83B-78FC-4B2F-AADE-47E51EBE9B7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87DE004-BDCF-4334-9322-9D90EF347C87}">
      <dgm:prSet/>
      <dgm:spPr/>
      <dgm:t>
        <a:bodyPr/>
        <a:lstStyle/>
        <a:p>
          <a:r>
            <a:rPr lang="en-US"/>
            <a:t>User Generated Reviews</a:t>
          </a:r>
        </a:p>
      </dgm:t>
    </dgm:pt>
    <dgm:pt modelId="{BBEAF52D-908C-44E8-81AD-7F6146B971F0}" type="parTrans" cxnId="{9A693988-D851-49F5-B622-FDE2F7861561}">
      <dgm:prSet/>
      <dgm:spPr/>
      <dgm:t>
        <a:bodyPr/>
        <a:lstStyle/>
        <a:p>
          <a:endParaRPr lang="en-US"/>
        </a:p>
      </dgm:t>
    </dgm:pt>
    <dgm:pt modelId="{9FFD1500-F2CE-47D3-91CF-E051B98FB16F}" type="sibTrans" cxnId="{9A693988-D851-49F5-B622-FDE2F7861561}">
      <dgm:prSet/>
      <dgm:spPr/>
      <dgm:t>
        <a:bodyPr/>
        <a:lstStyle/>
        <a:p>
          <a:endParaRPr lang="en-US"/>
        </a:p>
      </dgm:t>
    </dgm:pt>
    <dgm:pt modelId="{3D2D27D4-C230-4A37-A76A-27F0F34D460E}">
      <dgm:prSet/>
      <dgm:spPr/>
      <dgm:t>
        <a:bodyPr/>
        <a:lstStyle/>
        <a:p>
          <a:r>
            <a:rPr lang="en-US"/>
            <a:t>Star/rating system</a:t>
          </a:r>
        </a:p>
      </dgm:t>
    </dgm:pt>
    <dgm:pt modelId="{71681194-C093-4AE1-B308-FA6BA38269C7}" type="parTrans" cxnId="{F5CF324A-A0DB-4B4C-B13C-CF32C7085DC3}">
      <dgm:prSet/>
      <dgm:spPr/>
      <dgm:t>
        <a:bodyPr/>
        <a:lstStyle/>
        <a:p>
          <a:endParaRPr lang="en-US"/>
        </a:p>
      </dgm:t>
    </dgm:pt>
    <dgm:pt modelId="{4F92F653-5C72-4D72-935C-04616392F1CC}" type="sibTrans" cxnId="{F5CF324A-A0DB-4B4C-B13C-CF32C7085DC3}">
      <dgm:prSet/>
      <dgm:spPr/>
      <dgm:t>
        <a:bodyPr/>
        <a:lstStyle/>
        <a:p>
          <a:endParaRPr lang="en-US"/>
        </a:p>
      </dgm:t>
    </dgm:pt>
    <dgm:pt modelId="{6D22E038-8148-4E9E-882F-20F900E5BA0E}">
      <dgm:prSet/>
      <dgm:spPr/>
      <dgm:t>
        <a:bodyPr/>
        <a:lstStyle/>
        <a:p>
          <a:r>
            <a:rPr lang="en-US"/>
            <a:t>Restaurant Search and Filters</a:t>
          </a:r>
        </a:p>
      </dgm:t>
    </dgm:pt>
    <dgm:pt modelId="{DD58B352-9547-4C4F-AE25-448220E4B7E4}" type="parTrans" cxnId="{16F309E7-0486-4379-AE4B-C6EDE981FB83}">
      <dgm:prSet/>
      <dgm:spPr/>
      <dgm:t>
        <a:bodyPr/>
        <a:lstStyle/>
        <a:p>
          <a:endParaRPr lang="en-US"/>
        </a:p>
      </dgm:t>
    </dgm:pt>
    <dgm:pt modelId="{BB33AC2D-112D-4D93-9EBB-DD3728FD21EC}" type="sibTrans" cxnId="{16F309E7-0486-4379-AE4B-C6EDE981FB83}">
      <dgm:prSet/>
      <dgm:spPr/>
      <dgm:t>
        <a:bodyPr/>
        <a:lstStyle/>
        <a:p>
          <a:endParaRPr lang="en-US"/>
        </a:p>
      </dgm:t>
    </dgm:pt>
    <dgm:pt modelId="{6BEC91FC-C2C5-4B32-831C-5A1318D15CA0}">
      <dgm:prSet/>
      <dgm:spPr/>
      <dgm:t>
        <a:bodyPr/>
        <a:lstStyle/>
        <a:p>
          <a:r>
            <a:rPr lang="en-US"/>
            <a:t>Location-based search</a:t>
          </a:r>
        </a:p>
      </dgm:t>
    </dgm:pt>
    <dgm:pt modelId="{07E53DB7-A6FD-4AF6-9610-7B3E32029BB5}" type="parTrans" cxnId="{9FF5B8A5-7AFB-4D1F-97C6-96FFBADF440F}">
      <dgm:prSet/>
      <dgm:spPr/>
      <dgm:t>
        <a:bodyPr/>
        <a:lstStyle/>
        <a:p>
          <a:endParaRPr lang="en-US"/>
        </a:p>
      </dgm:t>
    </dgm:pt>
    <dgm:pt modelId="{71084C92-E07F-4894-9542-ADF9CD1877E2}" type="sibTrans" cxnId="{9FF5B8A5-7AFB-4D1F-97C6-96FFBADF440F}">
      <dgm:prSet/>
      <dgm:spPr/>
      <dgm:t>
        <a:bodyPr/>
        <a:lstStyle/>
        <a:p>
          <a:endParaRPr lang="en-US"/>
        </a:p>
      </dgm:t>
    </dgm:pt>
    <dgm:pt modelId="{032E5673-6011-4AB6-9BC5-E5B383F82165}">
      <dgm:prSet/>
      <dgm:spPr/>
      <dgm:t>
        <a:bodyPr/>
        <a:lstStyle/>
        <a:p>
          <a:r>
            <a:rPr lang="en-US"/>
            <a:t>Photo Uploads</a:t>
          </a:r>
        </a:p>
      </dgm:t>
    </dgm:pt>
    <dgm:pt modelId="{9411EC27-5788-450A-AA69-172069EE7B4E}" type="parTrans" cxnId="{780DF36B-2CEB-405D-AA34-BC4799199892}">
      <dgm:prSet/>
      <dgm:spPr/>
      <dgm:t>
        <a:bodyPr/>
        <a:lstStyle/>
        <a:p>
          <a:endParaRPr lang="en-US"/>
        </a:p>
      </dgm:t>
    </dgm:pt>
    <dgm:pt modelId="{E344D0A0-E6F5-4D60-8FEA-94BD1A1E8A96}" type="sibTrans" cxnId="{780DF36B-2CEB-405D-AA34-BC4799199892}">
      <dgm:prSet/>
      <dgm:spPr/>
      <dgm:t>
        <a:bodyPr/>
        <a:lstStyle/>
        <a:p>
          <a:endParaRPr lang="en-US"/>
        </a:p>
      </dgm:t>
    </dgm:pt>
    <dgm:pt modelId="{F6CBC641-CF59-4B2F-B54B-1854AE0236A3}">
      <dgm:prSet/>
      <dgm:spPr/>
      <dgm:t>
        <a:bodyPr/>
        <a:lstStyle/>
        <a:p>
          <a:r>
            <a:rPr lang="en-US"/>
            <a:t>Contact Information</a:t>
          </a:r>
        </a:p>
      </dgm:t>
    </dgm:pt>
    <dgm:pt modelId="{BC625999-9E82-437C-B6FD-C5F2A6BDC250}" type="parTrans" cxnId="{86E8FEAD-A50F-4EC9-80D0-154DFC93C835}">
      <dgm:prSet/>
      <dgm:spPr/>
      <dgm:t>
        <a:bodyPr/>
        <a:lstStyle/>
        <a:p>
          <a:endParaRPr lang="en-US"/>
        </a:p>
      </dgm:t>
    </dgm:pt>
    <dgm:pt modelId="{03E01D6F-810B-4AB2-88A2-F2D4CB82ABF0}" type="sibTrans" cxnId="{86E8FEAD-A50F-4EC9-80D0-154DFC93C835}">
      <dgm:prSet/>
      <dgm:spPr/>
      <dgm:t>
        <a:bodyPr/>
        <a:lstStyle/>
        <a:p>
          <a:endParaRPr lang="en-US"/>
        </a:p>
      </dgm:t>
    </dgm:pt>
    <dgm:pt modelId="{905C66C1-61DF-4E76-BD2B-249D0AB71E81}" type="pres">
      <dgm:prSet presAssocID="{B71BA83B-78FC-4B2F-AADE-47E51EBE9B75}" presName="linear" presStyleCnt="0">
        <dgm:presLayoutVars>
          <dgm:animLvl val="lvl"/>
          <dgm:resizeHandles val="exact"/>
        </dgm:presLayoutVars>
      </dgm:prSet>
      <dgm:spPr/>
    </dgm:pt>
    <dgm:pt modelId="{A520025F-B061-46E4-908F-E334FF079BBD}" type="pres">
      <dgm:prSet presAssocID="{A87DE004-BDCF-4334-9322-9D90EF347C8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ED1D11B-C192-4413-B0D1-95C0D3D23062}" type="pres">
      <dgm:prSet presAssocID="{9FFD1500-F2CE-47D3-91CF-E051B98FB16F}" presName="spacer" presStyleCnt="0"/>
      <dgm:spPr/>
    </dgm:pt>
    <dgm:pt modelId="{617F1604-E43B-44F8-B9C8-9D9F14BA428B}" type="pres">
      <dgm:prSet presAssocID="{3D2D27D4-C230-4A37-A76A-27F0F34D460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C574268-8027-4077-A8E9-CBBD63810D3D}" type="pres">
      <dgm:prSet presAssocID="{4F92F653-5C72-4D72-935C-04616392F1CC}" presName="spacer" presStyleCnt="0"/>
      <dgm:spPr/>
    </dgm:pt>
    <dgm:pt modelId="{8EFC8A4A-6BFD-4B2D-AA88-E7FB295E29C4}" type="pres">
      <dgm:prSet presAssocID="{6D22E038-8148-4E9E-882F-20F900E5BA0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2CD7D20-F56C-4285-B893-944BA55E2559}" type="pres">
      <dgm:prSet presAssocID="{BB33AC2D-112D-4D93-9EBB-DD3728FD21EC}" presName="spacer" presStyleCnt="0"/>
      <dgm:spPr/>
    </dgm:pt>
    <dgm:pt modelId="{35BC0E92-7000-4A9B-A3AD-53651FC0A62C}" type="pres">
      <dgm:prSet presAssocID="{6BEC91FC-C2C5-4B32-831C-5A1318D15CA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667D6DA-29F6-471C-A5B9-22102EF3D8D2}" type="pres">
      <dgm:prSet presAssocID="{71084C92-E07F-4894-9542-ADF9CD1877E2}" presName="spacer" presStyleCnt="0"/>
      <dgm:spPr/>
    </dgm:pt>
    <dgm:pt modelId="{8B6871C8-A829-4BF2-B7E7-C169268B0F12}" type="pres">
      <dgm:prSet presAssocID="{032E5673-6011-4AB6-9BC5-E5B383F8216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3833050-061B-4D9D-B67F-D5FA3308F86C}" type="pres">
      <dgm:prSet presAssocID="{E344D0A0-E6F5-4D60-8FEA-94BD1A1E8A96}" presName="spacer" presStyleCnt="0"/>
      <dgm:spPr/>
    </dgm:pt>
    <dgm:pt modelId="{A0DB5DBE-A506-4794-AD8B-665070FD17BA}" type="pres">
      <dgm:prSet presAssocID="{F6CBC641-CF59-4B2F-B54B-1854AE0236A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340AF66-3670-4466-B915-4C61B0EF948D}" type="presOf" srcId="{B71BA83B-78FC-4B2F-AADE-47E51EBE9B75}" destId="{905C66C1-61DF-4E76-BD2B-249D0AB71E81}" srcOrd="0" destOrd="0" presId="urn:microsoft.com/office/officeart/2005/8/layout/vList2"/>
    <dgm:cxn modelId="{F5CF324A-A0DB-4B4C-B13C-CF32C7085DC3}" srcId="{B71BA83B-78FC-4B2F-AADE-47E51EBE9B75}" destId="{3D2D27D4-C230-4A37-A76A-27F0F34D460E}" srcOrd="1" destOrd="0" parTransId="{71681194-C093-4AE1-B308-FA6BA38269C7}" sibTransId="{4F92F653-5C72-4D72-935C-04616392F1CC}"/>
    <dgm:cxn modelId="{40872E4B-76C1-4858-94CF-6AC58BADDCBB}" type="presOf" srcId="{6BEC91FC-C2C5-4B32-831C-5A1318D15CA0}" destId="{35BC0E92-7000-4A9B-A3AD-53651FC0A62C}" srcOrd="0" destOrd="0" presId="urn:microsoft.com/office/officeart/2005/8/layout/vList2"/>
    <dgm:cxn modelId="{780DF36B-2CEB-405D-AA34-BC4799199892}" srcId="{B71BA83B-78FC-4B2F-AADE-47E51EBE9B75}" destId="{032E5673-6011-4AB6-9BC5-E5B383F82165}" srcOrd="4" destOrd="0" parTransId="{9411EC27-5788-450A-AA69-172069EE7B4E}" sibTransId="{E344D0A0-E6F5-4D60-8FEA-94BD1A1E8A96}"/>
    <dgm:cxn modelId="{9A693988-D851-49F5-B622-FDE2F7861561}" srcId="{B71BA83B-78FC-4B2F-AADE-47E51EBE9B75}" destId="{A87DE004-BDCF-4334-9322-9D90EF347C87}" srcOrd="0" destOrd="0" parTransId="{BBEAF52D-908C-44E8-81AD-7F6146B971F0}" sibTransId="{9FFD1500-F2CE-47D3-91CF-E051B98FB16F}"/>
    <dgm:cxn modelId="{08D1418D-F66F-4372-8B46-49967447DE6E}" type="presOf" srcId="{032E5673-6011-4AB6-9BC5-E5B383F82165}" destId="{8B6871C8-A829-4BF2-B7E7-C169268B0F12}" srcOrd="0" destOrd="0" presId="urn:microsoft.com/office/officeart/2005/8/layout/vList2"/>
    <dgm:cxn modelId="{9FF5B8A5-7AFB-4D1F-97C6-96FFBADF440F}" srcId="{B71BA83B-78FC-4B2F-AADE-47E51EBE9B75}" destId="{6BEC91FC-C2C5-4B32-831C-5A1318D15CA0}" srcOrd="3" destOrd="0" parTransId="{07E53DB7-A6FD-4AF6-9610-7B3E32029BB5}" sibTransId="{71084C92-E07F-4894-9542-ADF9CD1877E2}"/>
    <dgm:cxn modelId="{67D869A6-DC4E-409A-8CC3-898F1609A855}" type="presOf" srcId="{6D22E038-8148-4E9E-882F-20F900E5BA0E}" destId="{8EFC8A4A-6BFD-4B2D-AA88-E7FB295E29C4}" srcOrd="0" destOrd="0" presId="urn:microsoft.com/office/officeart/2005/8/layout/vList2"/>
    <dgm:cxn modelId="{86E8FEAD-A50F-4EC9-80D0-154DFC93C835}" srcId="{B71BA83B-78FC-4B2F-AADE-47E51EBE9B75}" destId="{F6CBC641-CF59-4B2F-B54B-1854AE0236A3}" srcOrd="5" destOrd="0" parTransId="{BC625999-9E82-437C-B6FD-C5F2A6BDC250}" sibTransId="{03E01D6F-810B-4AB2-88A2-F2D4CB82ABF0}"/>
    <dgm:cxn modelId="{30A7B8C5-C65E-4166-8CCB-6B968CFCE7E9}" type="presOf" srcId="{A87DE004-BDCF-4334-9322-9D90EF347C87}" destId="{A520025F-B061-46E4-908F-E334FF079BBD}" srcOrd="0" destOrd="0" presId="urn:microsoft.com/office/officeart/2005/8/layout/vList2"/>
    <dgm:cxn modelId="{4DED1CE6-FBFF-4CD3-A0CF-17F3A94107CD}" type="presOf" srcId="{F6CBC641-CF59-4B2F-B54B-1854AE0236A3}" destId="{A0DB5DBE-A506-4794-AD8B-665070FD17BA}" srcOrd="0" destOrd="0" presId="urn:microsoft.com/office/officeart/2005/8/layout/vList2"/>
    <dgm:cxn modelId="{16F309E7-0486-4379-AE4B-C6EDE981FB83}" srcId="{B71BA83B-78FC-4B2F-AADE-47E51EBE9B75}" destId="{6D22E038-8148-4E9E-882F-20F900E5BA0E}" srcOrd="2" destOrd="0" parTransId="{DD58B352-9547-4C4F-AE25-448220E4B7E4}" sibTransId="{BB33AC2D-112D-4D93-9EBB-DD3728FD21EC}"/>
    <dgm:cxn modelId="{21D72DFB-169F-4FA8-96A2-C38D8189D4B0}" type="presOf" srcId="{3D2D27D4-C230-4A37-A76A-27F0F34D460E}" destId="{617F1604-E43B-44F8-B9C8-9D9F14BA428B}" srcOrd="0" destOrd="0" presId="urn:microsoft.com/office/officeart/2005/8/layout/vList2"/>
    <dgm:cxn modelId="{34CFA140-EEEA-47F8-9F6F-AC6BC6C6E0E1}" type="presParOf" srcId="{905C66C1-61DF-4E76-BD2B-249D0AB71E81}" destId="{A520025F-B061-46E4-908F-E334FF079BBD}" srcOrd="0" destOrd="0" presId="urn:microsoft.com/office/officeart/2005/8/layout/vList2"/>
    <dgm:cxn modelId="{D7A49757-45D1-45A3-BE2E-FDBC19A21E6E}" type="presParOf" srcId="{905C66C1-61DF-4E76-BD2B-249D0AB71E81}" destId="{6ED1D11B-C192-4413-B0D1-95C0D3D23062}" srcOrd="1" destOrd="0" presId="urn:microsoft.com/office/officeart/2005/8/layout/vList2"/>
    <dgm:cxn modelId="{F7A2F5CC-BE44-4584-9787-5C1C38F401A8}" type="presParOf" srcId="{905C66C1-61DF-4E76-BD2B-249D0AB71E81}" destId="{617F1604-E43B-44F8-B9C8-9D9F14BA428B}" srcOrd="2" destOrd="0" presId="urn:microsoft.com/office/officeart/2005/8/layout/vList2"/>
    <dgm:cxn modelId="{40A2D070-30E5-4B0A-A1FE-D1BD1B2582F8}" type="presParOf" srcId="{905C66C1-61DF-4E76-BD2B-249D0AB71E81}" destId="{FC574268-8027-4077-A8E9-CBBD63810D3D}" srcOrd="3" destOrd="0" presId="urn:microsoft.com/office/officeart/2005/8/layout/vList2"/>
    <dgm:cxn modelId="{DD501491-3F6C-4FC2-82FA-2B1B47F8B4A7}" type="presParOf" srcId="{905C66C1-61DF-4E76-BD2B-249D0AB71E81}" destId="{8EFC8A4A-6BFD-4B2D-AA88-E7FB295E29C4}" srcOrd="4" destOrd="0" presId="urn:microsoft.com/office/officeart/2005/8/layout/vList2"/>
    <dgm:cxn modelId="{3A30369B-C26B-4B45-BC1B-AE214258A8A3}" type="presParOf" srcId="{905C66C1-61DF-4E76-BD2B-249D0AB71E81}" destId="{42CD7D20-F56C-4285-B893-944BA55E2559}" srcOrd="5" destOrd="0" presId="urn:microsoft.com/office/officeart/2005/8/layout/vList2"/>
    <dgm:cxn modelId="{D0A2955D-31A1-4DDF-8DB4-FD662C945ADC}" type="presParOf" srcId="{905C66C1-61DF-4E76-BD2B-249D0AB71E81}" destId="{35BC0E92-7000-4A9B-A3AD-53651FC0A62C}" srcOrd="6" destOrd="0" presId="urn:microsoft.com/office/officeart/2005/8/layout/vList2"/>
    <dgm:cxn modelId="{07C465F5-E651-4E66-B7BD-9F45CE907850}" type="presParOf" srcId="{905C66C1-61DF-4E76-BD2B-249D0AB71E81}" destId="{4667D6DA-29F6-471C-A5B9-22102EF3D8D2}" srcOrd="7" destOrd="0" presId="urn:microsoft.com/office/officeart/2005/8/layout/vList2"/>
    <dgm:cxn modelId="{19254CC9-704A-4656-A0D3-84ECF935BD2C}" type="presParOf" srcId="{905C66C1-61DF-4E76-BD2B-249D0AB71E81}" destId="{8B6871C8-A829-4BF2-B7E7-C169268B0F12}" srcOrd="8" destOrd="0" presId="urn:microsoft.com/office/officeart/2005/8/layout/vList2"/>
    <dgm:cxn modelId="{04592E1B-F5FF-4D26-927F-F814942AE5CC}" type="presParOf" srcId="{905C66C1-61DF-4E76-BD2B-249D0AB71E81}" destId="{83833050-061B-4D9D-B67F-D5FA3308F86C}" srcOrd="9" destOrd="0" presId="urn:microsoft.com/office/officeart/2005/8/layout/vList2"/>
    <dgm:cxn modelId="{2A5F887A-E129-4485-9E0F-E2AC45FFE37C}" type="presParOf" srcId="{905C66C1-61DF-4E76-BD2B-249D0AB71E81}" destId="{A0DB5DBE-A506-4794-AD8B-665070FD17B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2C7A947-8141-4B6C-B66E-75D209F39F1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2FA08CC-E658-4CB0-AAEC-9B3564CFC754}">
      <dgm:prSet/>
      <dgm:spPr/>
      <dgm:t>
        <a:bodyPr/>
        <a:lstStyle/>
        <a:p>
          <a:r>
            <a:rPr lang="en-US"/>
            <a:t>Bookmark Restaurants</a:t>
          </a:r>
        </a:p>
      </dgm:t>
    </dgm:pt>
    <dgm:pt modelId="{26C3825C-792A-4AE6-B2FC-8BC61E7ECBCF}" type="parTrans" cxnId="{3010266C-7BD0-488F-BFCC-49F31D287620}">
      <dgm:prSet/>
      <dgm:spPr/>
      <dgm:t>
        <a:bodyPr/>
        <a:lstStyle/>
        <a:p>
          <a:endParaRPr lang="en-US"/>
        </a:p>
      </dgm:t>
    </dgm:pt>
    <dgm:pt modelId="{34F8A939-7B0C-4604-898B-5773ABDB23B6}" type="sibTrans" cxnId="{3010266C-7BD0-488F-BFCC-49F31D287620}">
      <dgm:prSet/>
      <dgm:spPr/>
      <dgm:t>
        <a:bodyPr/>
        <a:lstStyle/>
        <a:p>
          <a:endParaRPr lang="en-US"/>
        </a:p>
      </dgm:t>
    </dgm:pt>
    <dgm:pt modelId="{66F6197C-9F3F-4CBA-8B0F-5D4D87EBCD70}">
      <dgm:prSet/>
      <dgm:spPr/>
      <dgm:t>
        <a:bodyPr/>
        <a:lstStyle/>
        <a:p>
          <a:r>
            <a:rPr lang="en-US"/>
            <a:t>Offline Access</a:t>
          </a:r>
        </a:p>
      </dgm:t>
    </dgm:pt>
    <dgm:pt modelId="{50210E9C-E95D-4A1D-9234-23E92540A13C}" type="parTrans" cxnId="{1259C698-B691-47B4-BF0D-F10079B7D93A}">
      <dgm:prSet/>
      <dgm:spPr/>
      <dgm:t>
        <a:bodyPr/>
        <a:lstStyle/>
        <a:p>
          <a:endParaRPr lang="en-US"/>
        </a:p>
      </dgm:t>
    </dgm:pt>
    <dgm:pt modelId="{A09B2919-9EFD-4D3A-92A3-1685FD404F74}" type="sibTrans" cxnId="{1259C698-B691-47B4-BF0D-F10079B7D93A}">
      <dgm:prSet/>
      <dgm:spPr/>
      <dgm:t>
        <a:bodyPr/>
        <a:lstStyle/>
        <a:p>
          <a:endParaRPr lang="en-US"/>
        </a:p>
      </dgm:t>
    </dgm:pt>
    <dgm:pt modelId="{D30504B4-BEF4-4D69-9450-985289CD4934}">
      <dgm:prSet/>
      <dgm:spPr/>
      <dgm:t>
        <a:bodyPr/>
        <a:lstStyle/>
        <a:p>
          <a:r>
            <a:rPr lang="en-US"/>
            <a:t>Ai Powered Review Summaries </a:t>
          </a:r>
        </a:p>
      </dgm:t>
    </dgm:pt>
    <dgm:pt modelId="{9BD8D01C-3AF3-4DFC-8251-BD4F06350E3C}" type="parTrans" cxnId="{A792C0A2-267A-4FF9-943C-13D28E5C914A}">
      <dgm:prSet/>
      <dgm:spPr/>
      <dgm:t>
        <a:bodyPr/>
        <a:lstStyle/>
        <a:p>
          <a:endParaRPr lang="en-US"/>
        </a:p>
      </dgm:t>
    </dgm:pt>
    <dgm:pt modelId="{986E4B06-5A47-4C71-A180-FFF1683D874F}" type="sibTrans" cxnId="{A792C0A2-267A-4FF9-943C-13D28E5C914A}">
      <dgm:prSet/>
      <dgm:spPr/>
      <dgm:t>
        <a:bodyPr/>
        <a:lstStyle/>
        <a:p>
          <a:endParaRPr lang="en-US"/>
        </a:p>
      </dgm:t>
    </dgm:pt>
    <dgm:pt modelId="{7E43BB8F-D2BF-4D3D-A28F-906347C93E70}">
      <dgm:prSet/>
      <dgm:spPr/>
      <dgm:t>
        <a:bodyPr/>
        <a:lstStyle/>
        <a:p>
          <a:r>
            <a:rPr lang="en-GB"/>
            <a:t>Restaurant Popularity Rankings by City</a:t>
          </a:r>
          <a:endParaRPr lang="en-US"/>
        </a:p>
      </dgm:t>
    </dgm:pt>
    <dgm:pt modelId="{C2EB1F77-726A-4A0E-AB25-99B59713EEB9}" type="parTrans" cxnId="{A6609A59-EDB7-450F-B367-1E276B5B9F90}">
      <dgm:prSet/>
      <dgm:spPr/>
      <dgm:t>
        <a:bodyPr/>
        <a:lstStyle/>
        <a:p>
          <a:endParaRPr lang="en-US"/>
        </a:p>
      </dgm:t>
    </dgm:pt>
    <dgm:pt modelId="{A586A3ED-0BB7-4AAB-8A9D-189E6A06A06E}" type="sibTrans" cxnId="{A6609A59-EDB7-450F-B367-1E276B5B9F90}">
      <dgm:prSet/>
      <dgm:spPr/>
      <dgm:t>
        <a:bodyPr/>
        <a:lstStyle/>
        <a:p>
          <a:endParaRPr lang="en-US"/>
        </a:p>
      </dgm:t>
    </dgm:pt>
    <dgm:pt modelId="{98B411A8-999A-4505-852D-D47333445A6B}">
      <dgm:prSet/>
      <dgm:spPr/>
      <dgm:t>
        <a:bodyPr/>
        <a:lstStyle/>
        <a:p>
          <a:r>
            <a:rPr lang="en-US"/>
            <a:t>Multi-Category Travel Coverage</a:t>
          </a:r>
        </a:p>
      </dgm:t>
    </dgm:pt>
    <dgm:pt modelId="{F11448C2-0C10-4CC1-9F1E-903CC493572D}" type="parTrans" cxnId="{5DF0C58E-708F-4B38-90B0-C231AFA1E4D7}">
      <dgm:prSet/>
      <dgm:spPr/>
      <dgm:t>
        <a:bodyPr/>
        <a:lstStyle/>
        <a:p>
          <a:endParaRPr lang="en-US"/>
        </a:p>
      </dgm:t>
    </dgm:pt>
    <dgm:pt modelId="{F0ED9D0A-889C-42D7-A24E-2C07CCDA366C}" type="sibTrans" cxnId="{5DF0C58E-708F-4B38-90B0-C231AFA1E4D7}">
      <dgm:prSet/>
      <dgm:spPr/>
      <dgm:t>
        <a:bodyPr/>
        <a:lstStyle/>
        <a:p>
          <a:endParaRPr lang="en-US"/>
        </a:p>
      </dgm:t>
    </dgm:pt>
    <dgm:pt modelId="{A342A795-5EEF-4F7C-85E2-8E3566D5BCA8}">
      <dgm:prSet/>
      <dgm:spPr/>
      <dgm:t>
        <a:bodyPr/>
        <a:lstStyle/>
        <a:p>
          <a:r>
            <a:rPr lang="en-US"/>
            <a:t>Mobile App</a:t>
          </a:r>
        </a:p>
      </dgm:t>
    </dgm:pt>
    <dgm:pt modelId="{939C6D53-E626-4DE8-B992-E1D34DF0D01B}" type="parTrans" cxnId="{FB8F4BA3-6D62-42BF-B45A-65F713196AB0}">
      <dgm:prSet/>
      <dgm:spPr/>
      <dgm:t>
        <a:bodyPr/>
        <a:lstStyle/>
        <a:p>
          <a:endParaRPr lang="en-US"/>
        </a:p>
      </dgm:t>
    </dgm:pt>
    <dgm:pt modelId="{F728B15A-488B-4CF2-BB51-5F47ADE52664}" type="sibTrans" cxnId="{FB8F4BA3-6D62-42BF-B45A-65F713196AB0}">
      <dgm:prSet/>
      <dgm:spPr/>
      <dgm:t>
        <a:bodyPr/>
        <a:lstStyle/>
        <a:p>
          <a:endParaRPr lang="en-US"/>
        </a:p>
      </dgm:t>
    </dgm:pt>
    <dgm:pt modelId="{5C5CE1E8-E343-45D8-B6D5-216AE13EFEB6}" type="pres">
      <dgm:prSet presAssocID="{42C7A947-8141-4B6C-B66E-75D209F39F14}" presName="linear" presStyleCnt="0">
        <dgm:presLayoutVars>
          <dgm:animLvl val="lvl"/>
          <dgm:resizeHandles val="exact"/>
        </dgm:presLayoutVars>
      </dgm:prSet>
      <dgm:spPr/>
    </dgm:pt>
    <dgm:pt modelId="{58FA92AF-1253-41C8-AFCF-B3916AECEA46}" type="pres">
      <dgm:prSet presAssocID="{F2FA08CC-E658-4CB0-AAEC-9B3564CFC75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F09EE04-687C-41FC-898F-2F8F5815CF7D}" type="pres">
      <dgm:prSet presAssocID="{34F8A939-7B0C-4604-898B-5773ABDB23B6}" presName="spacer" presStyleCnt="0"/>
      <dgm:spPr/>
    </dgm:pt>
    <dgm:pt modelId="{5247D96D-A9B8-45F0-A463-10736BF040C5}" type="pres">
      <dgm:prSet presAssocID="{66F6197C-9F3F-4CBA-8B0F-5D4D87EBCD7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62141C2-0ED3-4FBF-B5A2-9BEEDEAD4189}" type="pres">
      <dgm:prSet presAssocID="{A09B2919-9EFD-4D3A-92A3-1685FD404F74}" presName="spacer" presStyleCnt="0"/>
      <dgm:spPr/>
    </dgm:pt>
    <dgm:pt modelId="{60FC4A3C-8706-4F37-AE42-CE489F1B5401}" type="pres">
      <dgm:prSet presAssocID="{D30504B4-BEF4-4D69-9450-985289CD493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049098E-8BA3-4F7B-8729-186357F2FC00}" type="pres">
      <dgm:prSet presAssocID="{986E4B06-5A47-4C71-A180-FFF1683D874F}" presName="spacer" presStyleCnt="0"/>
      <dgm:spPr/>
    </dgm:pt>
    <dgm:pt modelId="{6903FC29-636E-4067-B88B-54876A7993A9}" type="pres">
      <dgm:prSet presAssocID="{7E43BB8F-D2BF-4D3D-A28F-906347C93E7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4C38213-B2CA-4530-A960-BC8E62449E4B}" type="pres">
      <dgm:prSet presAssocID="{A586A3ED-0BB7-4AAB-8A9D-189E6A06A06E}" presName="spacer" presStyleCnt="0"/>
      <dgm:spPr/>
    </dgm:pt>
    <dgm:pt modelId="{8D285164-C940-4165-9D08-5DA151FBD3DD}" type="pres">
      <dgm:prSet presAssocID="{98B411A8-999A-4505-852D-D47333445A6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EA457B8-FD35-4E01-8993-A33A8A9A75E6}" type="pres">
      <dgm:prSet presAssocID="{F0ED9D0A-889C-42D7-A24E-2C07CCDA366C}" presName="spacer" presStyleCnt="0"/>
      <dgm:spPr/>
    </dgm:pt>
    <dgm:pt modelId="{DDCF674B-45F7-44FB-894C-A54133DEC78E}" type="pres">
      <dgm:prSet presAssocID="{A342A795-5EEF-4F7C-85E2-8E3566D5BCA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6E9701D-1167-4053-8589-64669629D1D6}" type="presOf" srcId="{42C7A947-8141-4B6C-B66E-75D209F39F14}" destId="{5C5CE1E8-E343-45D8-B6D5-216AE13EFEB6}" srcOrd="0" destOrd="0" presId="urn:microsoft.com/office/officeart/2005/8/layout/vList2"/>
    <dgm:cxn modelId="{AD835340-224F-457B-8C31-C2C46EC27023}" type="presOf" srcId="{D30504B4-BEF4-4D69-9450-985289CD4934}" destId="{60FC4A3C-8706-4F37-AE42-CE489F1B5401}" srcOrd="0" destOrd="0" presId="urn:microsoft.com/office/officeart/2005/8/layout/vList2"/>
    <dgm:cxn modelId="{6628A241-F287-438B-BC61-14A43887810E}" type="presOf" srcId="{A342A795-5EEF-4F7C-85E2-8E3566D5BCA8}" destId="{DDCF674B-45F7-44FB-894C-A54133DEC78E}" srcOrd="0" destOrd="0" presId="urn:microsoft.com/office/officeart/2005/8/layout/vList2"/>
    <dgm:cxn modelId="{3010266C-7BD0-488F-BFCC-49F31D287620}" srcId="{42C7A947-8141-4B6C-B66E-75D209F39F14}" destId="{F2FA08CC-E658-4CB0-AAEC-9B3564CFC754}" srcOrd="0" destOrd="0" parTransId="{26C3825C-792A-4AE6-B2FC-8BC61E7ECBCF}" sibTransId="{34F8A939-7B0C-4604-898B-5773ABDB23B6}"/>
    <dgm:cxn modelId="{2C321851-74BD-453E-ACF6-D7E9F4B536EA}" type="presOf" srcId="{F2FA08CC-E658-4CB0-AAEC-9B3564CFC754}" destId="{58FA92AF-1253-41C8-AFCF-B3916AECEA46}" srcOrd="0" destOrd="0" presId="urn:microsoft.com/office/officeart/2005/8/layout/vList2"/>
    <dgm:cxn modelId="{A6609A59-EDB7-450F-B367-1E276B5B9F90}" srcId="{42C7A947-8141-4B6C-B66E-75D209F39F14}" destId="{7E43BB8F-D2BF-4D3D-A28F-906347C93E70}" srcOrd="3" destOrd="0" parTransId="{C2EB1F77-726A-4A0E-AB25-99B59713EEB9}" sibTransId="{A586A3ED-0BB7-4AAB-8A9D-189E6A06A06E}"/>
    <dgm:cxn modelId="{A4824584-7158-4E3F-9940-530808243A4F}" type="presOf" srcId="{98B411A8-999A-4505-852D-D47333445A6B}" destId="{8D285164-C940-4165-9D08-5DA151FBD3DD}" srcOrd="0" destOrd="0" presId="urn:microsoft.com/office/officeart/2005/8/layout/vList2"/>
    <dgm:cxn modelId="{5DF0C58E-708F-4B38-90B0-C231AFA1E4D7}" srcId="{42C7A947-8141-4B6C-B66E-75D209F39F14}" destId="{98B411A8-999A-4505-852D-D47333445A6B}" srcOrd="4" destOrd="0" parTransId="{F11448C2-0C10-4CC1-9F1E-903CC493572D}" sibTransId="{F0ED9D0A-889C-42D7-A24E-2C07CCDA366C}"/>
    <dgm:cxn modelId="{1259C698-B691-47B4-BF0D-F10079B7D93A}" srcId="{42C7A947-8141-4B6C-B66E-75D209F39F14}" destId="{66F6197C-9F3F-4CBA-8B0F-5D4D87EBCD70}" srcOrd="1" destOrd="0" parTransId="{50210E9C-E95D-4A1D-9234-23E92540A13C}" sibTransId="{A09B2919-9EFD-4D3A-92A3-1685FD404F74}"/>
    <dgm:cxn modelId="{2F62ADA0-ABCF-4F0A-A38B-F838D1B843D9}" type="presOf" srcId="{66F6197C-9F3F-4CBA-8B0F-5D4D87EBCD70}" destId="{5247D96D-A9B8-45F0-A463-10736BF040C5}" srcOrd="0" destOrd="0" presId="urn:microsoft.com/office/officeart/2005/8/layout/vList2"/>
    <dgm:cxn modelId="{A792C0A2-267A-4FF9-943C-13D28E5C914A}" srcId="{42C7A947-8141-4B6C-B66E-75D209F39F14}" destId="{D30504B4-BEF4-4D69-9450-985289CD4934}" srcOrd="2" destOrd="0" parTransId="{9BD8D01C-3AF3-4DFC-8251-BD4F06350E3C}" sibTransId="{986E4B06-5A47-4C71-A180-FFF1683D874F}"/>
    <dgm:cxn modelId="{FB8F4BA3-6D62-42BF-B45A-65F713196AB0}" srcId="{42C7A947-8141-4B6C-B66E-75D209F39F14}" destId="{A342A795-5EEF-4F7C-85E2-8E3566D5BCA8}" srcOrd="5" destOrd="0" parTransId="{939C6D53-E626-4DE8-B992-E1D34DF0D01B}" sibTransId="{F728B15A-488B-4CF2-BB51-5F47ADE52664}"/>
    <dgm:cxn modelId="{46904EF0-BDF3-4893-B240-611B6B5C28DB}" type="presOf" srcId="{7E43BB8F-D2BF-4D3D-A28F-906347C93E70}" destId="{6903FC29-636E-4067-B88B-54876A7993A9}" srcOrd="0" destOrd="0" presId="urn:microsoft.com/office/officeart/2005/8/layout/vList2"/>
    <dgm:cxn modelId="{E9550036-0046-44F2-92D1-189988D0E5E3}" type="presParOf" srcId="{5C5CE1E8-E343-45D8-B6D5-216AE13EFEB6}" destId="{58FA92AF-1253-41C8-AFCF-B3916AECEA46}" srcOrd="0" destOrd="0" presId="urn:microsoft.com/office/officeart/2005/8/layout/vList2"/>
    <dgm:cxn modelId="{B720CD50-13E1-4806-B802-FE6E43829FF5}" type="presParOf" srcId="{5C5CE1E8-E343-45D8-B6D5-216AE13EFEB6}" destId="{3F09EE04-687C-41FC-898F-2F8F5815CF7D}" srcOrd="1" destOrd="0" presId="urn:microsoft.com/office/officeart/2005/8/layout/vList2"/>
    <dgm:cxn modelId="{9D8D6A07-C9D5-4B65-8577-4972ABA77C00}" type="presParOf" srcId="{5C5CE1E8-E343-45D8-B6D5-216AE13EFEB6}" destId="{5247D96D-A9B8-45F0-A463-10736BF040C5}" srcOrd="2" destOrd="0" presId="urn:microsoft.com/office/officeart/2005/8/layout/vList2"/>
    <dgm:cxn modelId="{E6F5CFC2-AC89-45A1-8B60-D385B5D78E28}" type="presParOf" srcId="{5C5CE1E8-E343-45D8-B6D5-216AE13EFEB6}" destId="{A62141C2-0ED3-4FBF-B5A2-9BEEDEAD4189}" srcOrd="3" destOrd="0" presId="urn:microsoft.com/office/officeart/2005/8/layout/vList2"/>
    <dgm:cxn modelId="{73CF7422-4948-4003-9100-A8D6DC32C4A1}" type="presParOf" srcId="{5C5CE1E8-E343-45D8-B6D5-216AE13EFEB6}" destId="{60FC4A3C-8706-4F37-AE42-CE489F1B5401}" srcOrd="4" destOrd="0" presId="urn:microsoft.com/office/officeart/2005/8/layout/vList2"/>
    <dgm:cxn modelId="{1A07D109-976F-4CA2-95C8-8DBA3C0861E0}" type="presParOf" srcId="{5C5CE1E8-E343-45D8-B6D5-216AE13EFEB6}" destId="{F049098E-8BA3-4F7B-8729-186357F2FC00}" srcOrd="5" destOrd="0" presId="urn:microsoft.com/office/officeart/2005/8/layout/vList2"/>
    <dgm:cxn modelId="{FB07D228-B11B-460B-B743-1B57BD2387CB}" type="presParOf" srcId="{5C5CE1E8-E343-45D8-B6D5-216AE13EFEB6}" destId="{6903FC29-636E-4067-B88B-54876A7993A9}" srcOrd="6" destOrd="0" presId="urn:microsoft.com/office/officeart/2005/8/layout/vList2"/>
    <dgm:cxn modelId="{66A873D4-BBC4-4735-8670-FB7C5D33E3B9}" type="presParOf" srcId="{5C5CE1E8-E343-45D8-B6D5-216AE13EFEB6}" destId="{44C38213-B2CA-4530-A960-BC8E62449E4B}" srcOrd="7" destOrd="0" presId="urn:microsoft.com/office/officeart/2005/8/layout/vList2"/>
    <dgm:cxn modelId="{FFCAB8A9-D802-434A-81FB-0C5CB9F5483B}" type="presParOf" srcId="{5C5CE1E8-E343-45D8-B6D5-216AE13EFEB6}" destId="{8D285164-C940-4165-9D08-5DA151FBD3DD}" srcOrd="8" destOrd="0" presId="urn:microsoft.com/office/officeart/2005/8/layout/vList2"/>
    <dgm:cxn modelId="{DCB2FA8B-DA9A-4A8C-BBD8-8A8C7A504B44}" type="presParOf" srcId="{5C5CE1E8-E343-45D8-B6D5-216AE13EFEB6}" destId="{4EA457B8-FD35-4E01-8993-A33A8A9A75E6}" srcOrd="9" destOrd="0" presId="urn:microsoft.com/office/officeart/2005/8/layout/vList2"/>
    <dgm:cxn modelId="{D0E9754C-7266-41E7-8E9F-7EC1A99E9769}" type="presParOf" srcId="{5C5CE1E8-E343-45D8-B6D5-216AE13EFEB6}" destId="{DDCF674B-45F7-44FB-894C-A54133DEC78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47A65-AFB8-4571-8683-B6C2DB59DE48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7E748-60FD-4C1F-831C-E62C68A36B3A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Guest User</a:t>
          </a:r>
        </a:p>
      </dsp:txBody>
      <dsp:txXfrm>
        <a:off x="378614" y="886531"/>
        <a:ext cx="2810360" cy="1744948"/>
      </dsp:txXfrm>
    </dsp:sp>
    <dsp:sp modelId="{658499A2-C9C0-485D-9D94-BE5685E47E3D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FF9FA-DAF8-4F82-8D06-B7674700F1F5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Registered User</a:t>
          </a:r>
        </a:p>
      </dsp:txBody>
      <dsp:txXfrm>
        <a:off x="3946203" y="886531"/>
        <a:ext cx="2810360" cy="1744948"/>
      </dsp:txXfrm>
    </dsp:sp>
    <dsp:sp modelId="{A5392C57-33B9-410A-9FE9-9BB679563B9A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A6F3E-0642-42A5-A183-67A4156CCCE2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Restaurant Owner</a:t>
          </a:r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D521B-34FB-4EC5-A6BC-2C9F1ACAE2A4}">
      <dsp:nvSpPr>
        <dsp:cNvPr id="0" name=""/>
        <dsp:cNvSpPr/>
      </dsp:nvSpPr>
      <dsp:spPr>
        <a:xfrm>
          <a:off x="1078918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C8073-4797-4F64-9224-BECEED1BB615}">
      <dsp:nvSpPr>
        <dsp:cNvPr id="0" name=""/>
        <dsp:cNvSpPr/>
      </dsp:nvSpPr>
      <dsp:spPr>
        <a:xfrm>
          <a:off x="51019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Authentication Service</a:t>
          </a:r>
        </a:p>
      </dsp:txBody>
      <dsp:txXfrm>
        <a:off x="510197" y="1855936"/>
        <a:ext cx="2068076" cy="720000"/>
      </dsp:txXfrm>
    </dsp:sp>
    <dsp:sp modelId="{F60C8854-160A-4F8F-9D7C-52AA21D39131}">
      <dsp:nvSpPr>
        <dsp:cNvPr id="0" name=""/>
        <dsp:cNvSpPr/>
      </dsp:nvSpPr>
      <dsp:spPr>
        <a:xfrm>
          <a:off x="3508908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0D9E6-1DEE-4B74-BBA8-BAD4827AC291}">
      <dsp:nvSpPr>
        <dsp:cNvPr id="0" name=""/>
        <dsp:cNvSpPr/>
      </dsp:nvSpPr>
      <dsp:spPr>
        <a:xfrm>
          <a:off x="294018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Search Engine</a:t>
          </a:r>
        </a:p>
      </dsp:txBody>
      <dsp:txXfrm>
        <a:off x="2940187" y="1855936"/>
        <a:ext cx="2068076" cy="720000"/>
      </dsp:txXfrm>
    </dsp:sp>
    <dsp:sp modelId="{4400068A-DC36-4AAB-962E-FC28658487D2}">
      <dsp:nvSpPr>
        <dsp:cNvPr id="0" name=""/>
        <dsp:cNvSpPr/>
      </dsp:nvSpPr>
      <dsp:spPr>
        <a:xfrm>
          <a:off x="5938897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9BE4AF-BE3A-4938-A618-1C369C7E689C}">
      <dsp:nvSpPr>
        <dsp:cNvPr id="0" name=""/>
        <dsp:cNvSpPr/>
      </dsp:nvSpPr>
      <dsp:spPr>
        <a:xfrm>
          <a:off x="537017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Image Storage Device</a:t>
          </a:r>
        </a:p>
      </dsp:txBody>
      <dsp:txXfrm>
        <a:off x="5370176" y="1855936"/>
        <a:ext cx="2068076" cy="720000"/>
      </dsp:txXfrm>
    </dsp:sp>
    <dsp:sp modelId="{7BEF5DB0-F95F-4CA1-A3B5-E5BDB384C5F0}">
      <dsp:nvSpPr>
        <dsp:cNvPr id="0" name=""/>
        <dsp:cNvSpPr/>
      </dsp:nvSpPr>
      <dsp:spPr>
        <a:xfrm>
          <a:off x="8368887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C7CCB-0043-4563-A9EB-B8D8A33DA8DC}">
      <dsp:nvSpPr>
        <dsp:cNvPr id="0" name=""/>
        <dsp:cNvSpPr/>
      </dsp:nvSpPr>
      <dsp:spPr>
        <a:xfrm>
          <a:off x="780016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Database</a:t>
          </a:r>
        </a:p>
      </dsp:txBody>
      <dsp:txXfrm>
        <a:off x="7800166" y="1855936"/>
        <a:ext cx="2068076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0025F-B061-46E4-908F-E334FF079BBD}">
      <dsp:nvSpPr>
        <dsp:cNvPr id="0" name=""/>
        <dsp:cNvSpPr/>
      </dsp:nvSpPr>
      <dsp:spPr>
        <a:xfrm>
          <a:off x="0" y="451327"/>
          <a:ext cx="4828172" cy="7195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User Generated Reviews</a:t>
          </a:r>
        </a:p>
      </dsp:txBody>
      <dsp:txXfrm>
        <a:off x="35125" y="486452"/>
        <a:ext cx="4757922" cy="649299"/>
      </dsp:txXfrm>
    </dsp:sp>
    <dsp:sp modelId="{617F1604-E43B-44F8-B9C8-9D9F14BA428B}">
      <dsp:nvSpPr>
        <dsp:cNvPr id="0" name=""/>
        <dsp:cNvSpPr/>
      </dsp:nvSpPr>
      <dsp:spPr>
        <a:xfrm>
          <a:off x="0" y="1257277"/>
          <a:ext cx="4828172" cy="719549"/>
        </a:xfrm>
        <a:prstGeom prst="round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Star/rating system</a:t>
          </a:r>
        </a:p>
      </dsp:txBody>
      <dsp:txXfrm>
        <a:off x="35125" y="1292402"/>
        <a:ext cx="4757922" cy="649299"/>
      </dsp:txXfrm>
    </dsp:sp>
    <dsp:sp modelId="{8EFC8A4A-6BFD-4B2D-AA88-E7FB295E29C4}">
      <dsp:nvSpPr>
        <dsp:cNvPr id="0" name=""/>
        <dsp:cNvSpPr/>
      </dsp:nvSpPr>
      <dsp:spPr>
        <a:xfrm>
          <a:off x="0" y="2063227"/>
          <a:ext cx="4828172" cy="719549"/>
        </a:xfrm>
        <a:prstGeom prst="round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Restaurant Search and Filters</a:t>
          </a:r>
        </a:p>
      </dsp:txBody>
      <dsp:txXfrm>
        <a:off x="35125" y="2098352"/>
        <a:ext cx="4757922" cy="649299"/>
      </dsp:txXfrm>
    </dsp:sp>
    <dsp:sp modelId="{35BC0E92-7000-4A9B-A3AD-53651FC0A62C}">
      <dsp:nvSpPr>
        <dsp:cNvPr id="0" name=""/>
        <dsp:cNvSpPr/>
      </dsp:nvSpPr>
      <dsp:spPr>
        <a:xfrm>
          <a:off x="0" y="2869177"/>
          <a:ext cx="4828172" cy="719549"/>
        </a:xfrm>
        <a:prstGeom prst="round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Location-based search</a:t>
          </a:r>
        </a:p>
      </dsp:txBody>
      <dsp:txXfrm>
        <a:off x="35125" y="2904302"/>
        <a:ext cx="4757922" cy="649299"/>
      </dsp:txXfrm>
    </dsp:sp>
    <dsp:sp modelId="{8B6871C8-A829-4BF2-B7E7-C169268B0F12}">
      <dsp:nvSpPr>
        <dsp:cNvPr id="0" name=""/>
        <dsp:cNvSpPr/>
      </dsp:nvSpPr>
      <dsp:spPr>
        <a:xfrm>
          <a:off x="0" y="3675127"/>
          <a:ext cx="4828172" cy="719549"/>
        </a:xfrm>
        <a:prstGeom prst="round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Photo Uploads</a:t>
          </a:r>
        </a:p>
      </dsp:txBody>
      <dsp:txXfrm>
        <a:off x="35125" y="3710252"/>
        <a:ext cx="4757922" cy="649299"/>
      </dsp:txXfrm>
    </dsp:sp>
    <dsp:sp modelId="{A0DB5DBE-A506-4794-AD8B-665070FD17BA}">
      <dsp:nvSpPr>
        <dsp:cNvPr id="0" name=""/>
        <dsp:cNvSpPr/>
      </dsp:nvSpPr>
      <dsp:spPr>
        <a:xfrm>
          <a:off x="0" y="4481077"/>
          <a:ext cx="4828172" cy="719549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Contact Information</a:t>
          </a:r>
        </a:p>
      </dsp:txBody>
      <dsp:txXfrm>
        <a:off x="35125" y="4516202"/>
        <a:ext cx="4757922" cy="6492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FA92AF-1253-41C8-AFCF-B3916AECEA46}">
      <dsp:nvSpPr>
        <dsp:cNvPr id="0" name=""/>
        <dsp:cNvSpPr/>
      </dsp:nvSpPr>
      <dsp:spPr>
        <a:xfrm>
          <a:off x="0" y="1005412"/>
          <a:ext cx="4828172" cy="55165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Bookmark Restaurants</a:t>
          </a:r>
        </a:p>
      </dsp:txBody>
      <dsp:txXfrm>
        <a:off x="26930" y="1032342"/>
        <a:ext cx="4774312" cy="497795"/>
      </dsp:txXfrm>
    </dsp:sp>
    <dsp:sp modelId="{5247D96D-A9B8-45F0-A463-10736BF040C5}">
      <dsp:nvSpPr>
        <dsp:cNvPr id="0" name=""/>
        <dsp:cNvSpPr/>
      </dsp:nvSpPr>
      <dsp:spPr>
        <a:xfrm>
          <a:off x="0" y="1623307"/>
          <a:ext cx="4828172" cy="551655"/>
        </a:xfrm>
        <a:prstGeom prst="round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Offline Access</a:t>
          </a:r>
        </a:p>
      </dsp:txBody>
      <dsp:txXfrm>
        <a:off x="26930" y="1650237"/>
        <a:ext cx="4774312" cy="497795"/>
      </dsp:txXfrm>
    </dsp:sp>
    <dsp:sp modelId="{60FC4A3C-8706-4F37-AE42-CE489F1B5401}">
      <dsp:nvSpPr>
        <dsp:cNvPr id="0" name=""/>
        <dsp:cNvSpPr/>
      </dsp:nvSpPr>
      <dsp:spPr>
        <a:xfrm>
          <a:off x="0" y="2241202"/>
          <a:ext cx="4828172" cy="551655"/>
        </a:xfrm>
        <a:prstGeom prst="round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Ai Powered Review Summaries </a:t>
          </a:r>
        </a:p>
      </dsp:txBody>
      <dsp:txXfrm>
        <a:off x="26930" y="2268132"/>
        <a:ext cx="4774312" cy="497795"/>
      </dsp:txXfrm>
    </dsp:sp>
    <dsp:sp modelId="{6903FC29-636E-4067-B88B-54876A7993A9}">
      <dsp:nvSpPr>
        <dsp:cNvPr id="0" name=""/>
        <dsp:cNvSpPr/>
      </dsp:nvSpPr>
      <dsp:spPr>
        <a:xfrm>
          <a:off x="0" y="2859097"/>
          <a:ext cx="4828172" cy="551655"/>
        </a:xfrm>
        <a:prstGeom prst="round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Restaurant Popularity Rankings by City</a:t>
          </a:r>
          <a:endParaRPr lang="en-US" sz="2300" kern="1200"/>
        </a:p>
      </dsp:txBody>
      <dsp:txXfrm>
        <a:off x="26930" y="2886027"/>
        <a:ext cx="4774312" cy="497795"/>
      </dsp:txXfrm>
    </dsp:sp>
    <dsp:sp modelId="{8D285164-C940-4165-9D08-5DA151FBD3DD}">
      <dsp:nvSpPr>
        <dsp:cNvPr id="0" name=""/>
        <dsp:cNvSpPr/>
      </dsp:nvSpPr>
      <dsp:spPr>
        <a:xfrm>
          <a:off x="0" y="3476992"/>
          <a:ext cx="4828172" cy="551655"/>
        </a:xfrm>
        <a:prstGeom prst="round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Multi-Category Travel Coverage</a:t>
          </a:r>
        </a:p>
      </dsp:txBody>
      <dsp:txXfrm>
        <a:off x="26930" y="3503922"/>
        <a:ext cx="4774312" cy="497795"/>
      </dsp:txXfrm>
    </dsp:sp>
    <dsp:sp modelId="{DDCF674B-45F7-44FB-894C-A54133DEC78E}">
      <dsp:nvSpPr>
        <dsp:cNvPr id="0" name=""/>
        <dsp:cNvSpPr/>
      </dsp:nvSpPr>
      <dsp:spPr>
        <a:xfrm>
          <a:off x="0" y="4094887"/>
          <a:ext cx="4828172" cy="55165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Mobile App</a:t>
          </a:r>
        </a:p>
      </dsp:txBody>
      <dsp:txXfrm>
        <a:off x="26930" y="4121817"/>
        <a:ext cx="4774312" cy="497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A5F08-F290-18A0-E729-C3FD59A9F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2EBB5-D2B5-FB2F-BD61-C5444485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D3CE3-52AD-7DF6-F442-A63355351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D7D64-06F7-20BD-B239-324B7A88B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3A0B1-7768-D72C-2463-E9E69C9D3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2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BCD6-CCD4-99F9-420E-AFB3DF47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5E03E-3E14-349D-A264-CAE30FFDD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248A9-303F-952D-B32F-A325D958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51EA8-5AF1-CF95-FA00-28786D8C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403BF-F942-FFF2-C498-9FA5AAAD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78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E220-00A9-4B24-4E4B-C956AE5E0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0FA-AC20-5CEF-3CDF-1216720FF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F9FA0-3043-0CC8-EBB4-F36F6E06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14617-44E3-A6C9-8862-9A6C56C87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AF337-CA23-24F4-C434-ED6284C1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62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B5809-7B4B-3109-1D4F-C3138A8FB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C0408-3E9D-7DBF-F860-6E24084BF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D815B-969C-B33E-0C57-8628FE1BF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59BD-1C79-D76A-D4AB-742D26A35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C28CA-0757-F77F-CAD8-30286701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B237F-AF69-DAE8-29C8-256DC658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7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EEF4F-35FE-1F03-19A5-D4B6ECCE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53E6F-A99A-6DE4-A565-15351D550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79006-2DAE-4E4E-FFC0-5D03656C1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848B1-CFCE-EB12-193C-FACEF6B33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C3FBA2-08E5-97FA-39C5-7277BB67B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E0156-C18F-D139-948A-093BEE88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74E50-EF32-8C06-2663-90C72C79A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42AEA-064E-DFD5-F2AB-E15B05DC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BD04-5943-CF5F-3485-159A705F9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763AFA-AB57-C338-19F8-F20C629F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F9A9B-F765-AE7E-CC80-093508207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326C0-399A-81F6-16B6-7BFE0B9B4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09DE6-CD55-5986-BB10-B2803E74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E52CF-0529-9FD1-361E-68905945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F3E89-0E1C-C832-2867-6F130A02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8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CF29-B4A8-4ED0-D3B5-E68F3A07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C067D-28EF-A60B-50D8-80E59D1D1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E7C5D-2FFE-DA17-4370-E0D7FD8C0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0299C-3E2C-3370-125E-D299FAB7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9C544-CD10-F0B7-B941-A0DCCB1FD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7CFB5-4B79-AEE0-1FC9-80EB52BF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2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56C7-32FB-81B9-CE52-B4CA6DD4C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B057AB-94D3-D9F4-08F3-E3CF454E4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7E086-86E8-22EF-564E-36E8748E2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45BE5-B21F-B72C-EF3F-3E81582D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6D34A-468F-8E99-FB6C-ACFCB662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39C66-598E-74CF-5316-6CF7CA03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0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41C4D-D974-9BF7-ED02-B430E80D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48DCD-3A2E-F316-F050-DFBAA78C0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D4B5-9F89-3E79-9908-3DFE014A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4AEDB-FAEE-BBA4-50EF-96282FC5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4DA6D-A316-74B5-DCF5-8AFA573B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4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DF355F-EE2F-F03C-615E-26F242D5E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3CB2D1-4F9A-CE40-1302-563EF47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3D05E-4ECC-40EF-ECB8-D2D8C6ED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A32A3-92F0-F369-1F2E-0CF20B67A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6602B-5C04-1FD6-1CF1-D64612F71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5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70991-65FB-24CE-FB77-31F32A9E2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1F7C8-61E2-5A65-F908-09548FCC7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4AB69-3388-1FFF-7E94-014BF1387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0F2D3-B278-4E09-9342-32AEB35C015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1BFF8-8AD3-22C5-440A-9FED527A8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8D9D6-7685-53CA-C4EF-66C3B61EE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DF0DB-4030-44D5-8DD8-52032E4D3C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7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D4D1418-00EC-F7BB-39C2-EA0B31C07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7200" dirty="0">
                <a:solidFill>
                  <a:schemeClr val="bg1"/>
                </a:solidFill>
              </a:rPr>
              <a:t>Hi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F940B-F185-5455-5857-6D06A3A6B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60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6032B-756A-2BE0-8194-5923B7AD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Possible front-end actors: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866019-9D57-09A0-809D-DA2C544229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119269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8599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037D7-3F10-7BE2-70E6-D853019C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Possible back-end Actors: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2D97BE-5281-A2C9-53F9-E81C4F8986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77896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7722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DC15AA-7E1B-2FC7-1DB8-6975C6CF5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Features to keep: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A53646-A2DD-B484-CDFD-2B01C08104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7544133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7453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B10B2E4-E28E-C4C8-4BDD-A431BE07D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Features to YEET!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BB21AB-47AE-7B3A-01F0-0B794E7677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5797162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8855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66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Hi</vt:lpstr>
      <vt:lpstr>Possible front-end actors:</vt:lpstr>
      <vt:lpstr>Possible back-end Actors:</vt:lpstr>
      <vt:lpstr>Features to keep:</vt:lpstr>
      <vt:lpstr>Features to YEET!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Haseeb</dc:creator>
  <cp:lastModifiedBy>Jethro Morera</cp:lastModifiedBy>
  <cp:revision>1</cp:revision>
  <dcterms:created xsi:type="dcterms:W3CDTF">2026-05-22T22:10:56Z</dcterms:created>
  <dcterms:modified xsi:type="dcterms:W3CDTF">2026-05-23T01:28:57Z</dcterms:modified>
</cp:coreProperties>
</file>